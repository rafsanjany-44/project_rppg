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Assistant"/>
      <p:regular r:id="rId20"/>
      <p:bold r:id="rId21"/>
    </p:embeddedFont>
    <p:embeddedFont>
      <p:font typeface="Calade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F59F33-AB61-4ED2-B712-0E1919464A90}">
  <a:tblStyle styleId="{A0F59F33-AB61-4ED2-B712-0E1919464A9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sistant-regular.fntdata"/><Relationship Id="rId22" Type="http://schemas.openxmlformats.org/officeDocument/2006/relationships/font" Target="fonts/Caladea-regular.fntdata"/><Relationship Id="rId21" Type="http://schemas.openxmlformats.org/officeDocument/2006/relationships/font" Target="fonts/Assistant-bold.fntdata"/><Relationship Id="rId24" Type="http://schemas.openxmlformats.org/officeDocument/2006/relationships/font" Target="fonts/Caladea-italic.fntdata"/><Relationship Id="rId23" Type="http://schemas.openxmlformats.org/officeDocument/2006/relationships/font" Target="fonts/Calade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Calade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1258269c9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1258269c9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35dc9d918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35dc9d918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491849c28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491849c28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491849c28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491849c28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491849c289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491849c28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491849c289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491849c289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491849c289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491849c289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40f6906b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40f6906b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105afc42a3_1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105afc42a3_1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"/>
          <p:cNvGrpSpPr/>
          <p:nvPr/>
        </p:nvGrpSpPr>
        <p:grpSpPr>
          <a:xfrm>
            <a:off x="162025" y="-282300"/>
            <a:ext cx="2342225" cy="2151625"/>
            <a:chOff x="619225" y="-129900"/>
            <a:chExt cx="2342225" cy="2151625"/>
          </a:xfrm>
        </p:grpSpPr>
        <p:sp>
          <p:nvSpPr>
            <p:cNvPr id="12" name="Google Shape;12;p2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121" y="-231"/>
            <a:ext cx="9144044" cy="5144157"/>
            <a:chOff x="121" y="-231"/>
            <a:chExt cx="9144044" cy="5144157"/>
          </a:xfrm>
        </p:grpSpPr>
        <p:grpSp>
          <p:nvGrpSpPr>
            <p:cNvPr id="19" name="Google Shape;19;p2"/>
            <p:cNvGrpSpPr/>
            <p:nvPr/>
          </p:nvGrpSpPr>
          <p:grpSpPr>
            <a:xfrm flipH="1">
              <a:off x="7631195" y="2446588"/>
              <a:ext cx="1512969" cy="2697338"/>
              <a:chOff x="3119492" y="1217488"/>
              <a:chExt cx="2561316" cy="4566341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flipH="1" rot="10800000">
              <a:off x="121" y="-231"/>
              <a:ext cx="1655635" cy="2951683"/>
              <a:chOff x="3119492" y="1217488"/>
              <a:chExt cx="2561316" cy="4566341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" name="Google Shape;33;p2"/>
          <p:cNvSpPr txBox="1"/>
          <p:nvPr>
            <p:ph type="ctrTitle"/>
          </p:nvPr>
        </p:nvSpPr>
        <p:spPr>
          <a:xfrm>
            <a:off x="1446450" y="1300731"/>
            <a:ext cx="6251100" cy="19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6000">
                <a:latin typeface="Caladea"/>
                <a:ea typeface="Caladea"/>
                <a:cs typeface="Caladea"/>
                <a:sym typeface="Calad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4" name="Google Shape;34;p2"/>
          <p:cNvSpPr txBox="1"/>
          <p:nvPr>
            <p:ph idx="1" type="subTitle"/>
          </p:nvPr>
        </p:nvSpPr>
        <p:spPr>
          <a:xfrm>
            <a:off x="2729850" y="3433269"/>
            <a:ext cx="3684300" cy="4095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2569227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p3"/>
          <p:cNvGrpSpPr/>
          <p:nvPr/>
        </p:nvGrpSpPr>
        <p:grpSpPr>
          <a:xfrm flipH="1">
            <a:off x="5490351" y="-282300"/>
            <a:ext cx="2342225" cy="2151625"/>
            <a:chOff x="619225" y="-129900"/>
            <a:chExt cx="2342225" cy="2151625"/>
          </a:xfrm>
        </p:grpSpPr>
        <p:sp>
          <p:nvSpPr>
            <p:cNvPr id="39" name="Google Shape;39;p3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45" name="Google Shape;45;p3"/>
          <p:cNvSpPr txBox="1"/>
          <p:nvPr>
            <p:ph type="title"/>
          </p:nvPr>
        </p:nvSpPr>
        <p:spPr>
          <a:xfrm>
            <a:off x="2787300" y="1937300"/>
            <a:ext cx="3569400" cy="92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"/>
          <p:cNvSpPr txBox="1"/>
          <p:nvPr>
            <p:ph hasCustomPrompt="1" idx="2" type="title"/>
          </p:nvPr>
        </p:nvSpPr>
        <p:spPr>
          <a:xfrm>
            <a:off x="2787300" y="1095500"/>
            <a:ext cx="1117500" cy="8418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/>
          <p:nvPr>
            <p:ph idx="3" type="pic"/>
          </p:nvPr>
        </p:nvSpPr>
        <p:spPr>
          <a:xfrm>
            <a:off x="100" y="3201648"/>
            <a:ext cx="9144000" cy="193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8" name="Google Shape;48;p3"/>
          <p:cNvGrpSpPr/>
          <p:nvPr/>
        </p:nvGrpSpPr>
        <p:grpSpPr>
          <a:xfrm flipH="1" rot="10800000">
            <a:off x="8657969" y="-10"/>
            <a:ext cx="376110" cy="2288549"/>
            <a:chOff x="4023762" y="1201499"/>
            <a:chExt cx="706840" cy="4300167"/>
          </a:xfrm>
        </p:grpSpPr>
        <p:sp>
          <p:nvSpPr>
            <p:cNvPr id="49" name="Google Shape;49;p3"/>
            <p:cNvSpPr/>
            <p:nvPr/>
          </p:nvSpPr>
          <p:spPr>
            <a:xfrm>
              <a:off x="4200664" y="1201499"/>
              <a:ext cx="529938" cy="4300166"/>
            </a:xfrm>
            <a:custGeom>
              <a:rect b="b" l="l" r="r" t="t"/>
              <a:pathLst>
                <a:path extrusionOk="0" h="4300166" w="529938">
                  <a:moveTo>
                    <a:pt x="459193" y="1801142"/>
                  </a:moveTo>
                  <a:lnTo>
                    <a:pt x="459193" y="1540611"/>
                  </a:lnTo>
                  <a:lnTo>
                    <a:pt x="89392" y="1170977"/>
                  </a:lnTo>
                  <a:lnTo>
                    <a:pt x="89392" y="160833"/>
                  </a:lnTo>
                  <a:cubicBezTo>
                    <a:pt x="129854" y="157071"/>
                    <a:pt x="161847" y="123211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22271"/>
                    <a:pt x="31993" y="157071"/>
                    <a:pt x="72455" y="160833"/>
                  </a:cubicBezTo>
                  <a:lnTo>
                    <a:pt x="72455" y="1176621"/>
                  </a:lnTo>
                  <a:lnTo>
                    <a:pt x="442255" y="1546254"/>
                  </a:lnTo>
                  <a:lnTo>
                    <a:pt x="442255" y="1801142"/>
                  </a:lnTo>
                  <a:cubicBezTo>
                    <a:pt x="401794" y="1804904"/>
                    <a:pt x="369801" y="1838763"/>
                    <a:pt x="369801" y="1881088"/>
                  </a:cubicBezTo>
                  <a:cubicBezTo>
                    <a:pt x="369801" y="1922472"/>
                    <a:pt x="401794" y="1957272"/>
                    <a:pt x="442255" y="1961034"/>
                  </a:cubicBezTo>
                  <a:lnTo>
                    <a:pt x="442255" y="2120927"/>
                  </a:lnTo>
                  <a:lnTo>
                    <a:pt x="171256" y="2391803"/>
                  </a:lnTo>
                  <a:lnTo>
                    <a:pt x="171256" y="4300167"/>
                  </a:lnTo>
                  <a:lnTo>
                    <a:pt x="186312" y="4300167"/>
                  </a:lnTo>
                  <a:lnTo>
                    <a:pt x="186312" y="2397447"/>
                  </a:lnTo>
                  <a:lnTo>
                    <a:pt x="457311" y="2126570"/>
                  </a:lnTo>
                  <a:lnTo>
                    <a:pt x="457311" y="1960094"/>
                  </a:lnTo>
                  <a:cubicBezTo>
                    <a:pt x="497772" y="1956331"/>
                    <a:pt x="529765" y="1922472"/>
                    <a:pt x="529765" y="1880147"/>
                  </a:cubicBezTo>
                  <a:cubicBezTo>
                    <a:pt x="532588" y="1839704"/>
                    <a:pt x="500595" y="1804904"/>
                    <a:pt x="459193" y="1801142"/>
                  </a:cubicBezTo>
                  <a:close/>
                  <a:moveTo>
                    <a:pt x="15996" y="80887"/>
                  </a:moveTo>
                  <a:cubicBezTo>
                    <a:pt x="15996" y="45146"/>
                    <a:pt x="45167" y="15989"/>
                    <a:pt x="80923" y="15989"/>
                  </a:cubicBezTo>
                  <a:cubicBezTo>
                    <a:pt x="116680" y="15989"/>
                    <a:pt x="145850" y="45146"/>
                    <a:pt x="145850" y="80887"/>
                  </a:cubicBezTo>
                  <a:cubicBezTo>
                    <a:pt x="145850" y="116627"/>
                    <a:pt x="116680" y="145784"/>
                    <a:pt x="80923" y="145784"/>
                  </a:cubicBezTo>
                  <a:cubicBezTo>
                    <a:pt x="46107" y="146725"/>
                    <a:pt x="15996" y="117568"/>
                    <a:pt x="15996" y="80887"/>
                  </a:cubicBezTo>
                  <a:close/>
                  <a:moveTo>
                    <a:pt x="451665" y="1945986"/>
                  </a:moveTo>
                  <a:cubicBezTo>
                    <a:pt x="415908" y="1945986"/>
                    <a:pt x="386738" y="1916829"/>
                    <a:pt x="386738" y="1881088"/>
                  </a:cubicBezTo>
                  <a:cubicBezTo>
                    <a:pt x="386738" y="1845347"/>
                    <a:pt x="415908" y="1816190"/>
                    <a:pt x="451665" y="1816190"/>
                  </a:cubicBezTo>
                  <a:cubicBezTo>
                    <a:pt x="487422" y="1816190"/>
                    <a:pt x="516592" y="1845347"/>
                    <a:pt x="516592" y="1881088"/>
                  </a:cubicBezTo>
                  <a:cubicBezTo>
                    <a:pt x="516592" y="1916829"/>
                    <a:pt x="487422" y="1945986"/>
                    <a:pt x="451665" y="1945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4023762" y="1202440"/>
              <a:ext cx="477071" cy="4299226"/>
            </a:xfrm>
            <a:custGeom>
              <a:rect b="b" l="l" r="r" t="t"/>
              <a:pathLst>
                <a:path extrusionOk="0" h="4299226" w="477071">
                  <a:moveTo>
                    <a:pt x="477071" y="1533087"/>
                  </a:moveTo>
                  <a:lnTo>
                    <a:pt x="106329" y="1163453"/>
                  </a:lnTo>
                  <a:lnTo>
                    <a:pt x="106329" y="157071"/>
                  </a:lnTo>
                  <a:cubicBezTo>
                    <a:pt x="138322" y="146725"/>
                    <a:pt x="161847" y="116627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17568"/>
                    <a:pt x="25406" y="148606"/>
                    <a:pt x="59281" y="158011"/>
                  </a:cubicBezTo>
                  <a:lnTo>
                    <a:pt x="59281" y="1183204"/>
                  </a:lnTo>
                  <a:lnTo>
                    <a:pt x="429082" y="1552838"/>
                  </a:lnTo>
                  <a:lnTo>
                    <a:pt x="429082" y="2113402"/>
                  </a:lnTo>
                  <a:lnTo>
                    <a:pt x="158083" y="2384279"/>
                  </a:lnTo>
                  <a:lnTo>
                    <a:pt x="158083" y="4299227"/>
                  </a:lnTo>
                  <a:lnTo>
                    <a:pt x="204190" y="4299227"/>
                  </a:lnTo>
                  <a:lnTo>
                    <a:pt x="204190" y="2403090"/>
                  </a:lnTo>
                  <a:lnTo>
                    <a:pt x="475189" y="2132213"/>
                  </a:lnTo>
                  <a:lnTo>
                    <a:pt x="475189" y="15330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4284411" y="3606470"/>
              <a:ext cx="15055" cy="1895196"/>
            </a:xfrm>
            <a:custGeom>
              <a:rect b="b" l="l" r="r" t="t"/>
              <a:pathLst>
                <a:path extrusionOk="0" h="1895196" w="15055">
                  <a:moveTo>
                    <a:pt x="0" y="0"/>
                  </a:moveTo>
                  <a:lnTo>
                    <a:pt x="15056" y="0"/>
                  </a:lnTo>
                  <a:lnTo>
                    <a:pt x="15056" y="1895196"/>
                  </a:lnTo>
                  <a:lnTo>
                    <a:pt x="0" y="1895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4203487" y="2574693"/>
              <a:ext cx="207953" cy="884111"/>
            </a:xfrm>
            <a:custGeom>
              <a:rect b="b" l="l" r="r" t="t"/>
              <a:pathLst>
                <a:path extrusionOk="0" h="884111" w="207953">
                  <a:moveTo>
                    <a:pt x="12232" y="872825"/>
                  </a:moveTo>
                  <a:lnTo>
                    <a:pt x="23524" y="884111"/>
                  </a:lnTo>
                  <a:lnTo>
                    <a:pt x="207954" y="699765"/>
                  </a:lnTo>
                  <a:lnTo>
                    <a:pt x="207954" y="196574"/>
                  </a:lnTo>
                  <a:lnTo>
                    <a:pt x="11292" y="0"/>
                  </a:lnTo>
                  <a:lnTo>
                    <a:pt x="0" y="11286"/>
                  </a:lnTo>
                  <a:lnTo>
                    <a:pt x="192899" y="203158"/>
                  </a:lnTo>
                  <a:lnTo>
                    <a:pt x="192899" y="6931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3"/>
          <p:cNvGrpSpPr/>
          <p:nvPr/>
        </p:nvGrpSpPr>
        <p:grpSpPr>
          <a:xfrm flipH="1">
            <a:off x="8611969" y="2853715"/>
            <a:ext cx="376110" cy="2288549"/>
            <a:chOff x="4023762" y="1201499"/>
            <a:chExt cx="706840" cy="4300167"/>
          </a:xfrm>
        </p:grpSpPr>
        <p:sp>
          <p:nvSpPr>
            <p:cNvPr id="54" name="Google Shape;54;p3"/>
            <p:cNvSpPr/>
            <p:nvPr/>
          </p:nvSpPr>
          <p:spPr>
            <a:xfrm>
              <a:off x="4200664" y="1201499"/>
              <a:ext cx="529938" cy="4300166"/>
            </a:xfrm>
            <a:custGeom>
              <a:rect b="b" l="l" r="r" t="t"/>
              <a:pathLst>
                <a:path extrusionOk="0" h="4300166" w="529938">
                  <a:moveTo>
                    <a:pt x="459193" y="1801142"/>
                  </a:moveTo>
                  <a:lnTo>
                    <a:pt x="459193" y="1540611"/>
                  </a:lnTo>
                  <a:lnTo>
                    <a:pt x="89392" y="1170977"/>
                  </a:lnTo>
                  <a:lnTo>
                    <a:pt x="89392" y="160833"/>
                  </a:lnTo>
                  <a:cubicBezTo>
                    <a:pt x="129854" y="157071"/>
                    <a:pt x="161847" y="123211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22271"/>
                    <a:pt x="31993" y="157071"/>
                    <a:pt x="72455" y="160833"/>
                  </a:cubicBezTo>
                  <a:lnTo>
                    <a:pt x="72455" y="1176621"/>
                  </a:lnTo>
                  <a:lnTo>
                    <a:pt x="442255" y="1546254"/>
                  </a:lnTo>
                  <a:lnTo>
                    <a:pt x="442255" y="1801142"/>
                  </a:lnTo>
                  <a:cubicBezTo>
                    <a:pt x="401794" y="1804904"/>
                    <a:pt x="369801" y="1838763"/>
                    <a:pt x="369801" y="1881088"/>
                  </a:cubicBezTo>
                  <a:cubicBezTo>
                    <a:pt x="369801" y="1922472"/>
                    <a:pt x="401794" y="1957272"/>
                    <a:pt x="442255" y="1961034"/>
                  </a:cubicBezTo>
                  <a:lnTo>
                    <a:pt x="442255" y="2120927"/>
                  </a:lnTo>
                  <a:lnTo>
                    <a:pt x="171256" y="2391803"/>
                  </a:lnTo>
                  <a:lnTo>
                    <a:pt x="171256" y="4300167"/>
                  </a:lnTo>
                  <a:lnTo>
                    <a:pt x="186312" y="4300167"/>
                  </a:lnTo>
                  <a:lnTo>
                    <a:pt x="186312" y="2397447"/>
                  </a:lnTo>
                  <a:lnTo>
                    <a:pt x="457311" y="2126570"/>
                  </a:lnTo>
                  <a:lnTo>
                    <a:pt x="457311" y="1960094"/>
                  </a:lnTo>
                  <a:cubicBezTo>
                    <a:pt x="497772" y="1956331"/>
                    <a:pt x="529765" y="1922472"/>
                    <a:pt x="529765" y="1880147"/>
                  </a:cubicBezTo>
                  <a:cubicBezTo>
                    <a:pt x="532588" y="1839704"/>
                    <a:pt x="500595" y="1804904"/>
                    <a:pt x="459193" y="1801142"/>
                  </a:cubicBezTo>
                  <a:close/>
                  <a:moveTo>
                    <a:pt x="15996" y="80887"/>
                  </a:moveTo>
                  <a:cubicBezTo>
                    <a:pt x="15996" y="45146"/>
                    <a:pt x="45167" y="15989"/>
                    <a:pt x="80923" y="15989"/>
                  </a:cubicBezTo>
                  <a:cubicBezTo>
                    <a:pt x="116680" y="15989"/>
                    <a:pt x="145850" y="45146"/>
                    <a:pt x="145850" y="80887"/>
                  </a:cubicBezTo>
                  <a:cubicBezTo>
                    <a:pt x="145850" y="116627"/>
                    <a:pt x="116680" y="145784"/>
                    <a:pt x="80923" y="145784"/>
                  </a:cubicBezTo>
                  <a:cubicBezTo>
                    <a:pt x="46107" y="146725"/>
                    <a:pt x="15996" y="117568"/>
                    <a:pt x="15996" y="80887"/>
                  </a:cubicBezTo>
                  <a:close/>
                  <a:moveTo>
                    <a:pt x="451665" y="1945986"/>
                  </a:moveTo>
                  <a:cubicBezTo>
                    <a:pt x="415908" y="1945986"/>
                    <a:pt x="386738" y="1916829"/>
                    <a:pt x="386738" y="1881088"/>
                  </a:cubicBezTo>
                  <a:cubicBezTo>
                    <a:pt x="386738" y="1845347"/>
                    <a:pt x="415908" y="1816190"/>
                    <a:pt x="451665" y="1816190"/>
                  </a:cubicBezTo>
                  <a:cubicBezTo>
                    <a:pt x="487422" y="1816190"/>
                    <a:pt x="516592" y="1845347"/>
                    <a:pt x="516592" y="1881088"/>
                  </a:cubicBezTo>
                  <a:cubicBezTo>
                    <a:pt x="516592" y="1916829"/>
                    <a:pt x="487422" y="1945986"/>
                    <a:pt x="451665" y="1945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023762" y="1202440"/>
              <a:ext cx="477071" cy="4299226"/>
            </a:xfrm>
            <a:custGeom>
              <a:rect b="b" l="l" r="r" t="t"/>
              <a:pathLst>
                <a:path extrusionOk="0" h="4299226" w="477071">
                  <a:moveTo>
                    <a:pt x="477071" y="1533087"/>
                  </a:moveTo>
                  <a:lnTo>
                    <a:pt x="106329" y="1163453"/>
                  </a:lnTo>
                  <a:lnTo>
                    <a:pt x="106329" y="157071"/>
                  </a:lnTo>
                  <a:cubicBezTo>
                    <a:pt x="138322" y="146725"/>
                    <a:pt x="161847" y="116627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17568"/>
                    <a:pt x="25406" y="148606"/>
                    <a:pt x="59281" y="158011"/>
                  </a:cubicBezTo>
                  <a:lnTo>
                    <a:pt x="59281" y="1183204"/>
                  </a:lnTo>
                  <a:lnTo>
                    <a:pt x="429082" y="1552838"/>
                  </a:lnTo>
                  <a:lnTo>
                    <a:pt x="429082" y="2113402"/>
                  </a:lnTo>
                  <a:lnTo>
                    <a:pt x="158083" y="2384279"/>
                  </a:lnTo>
                  <a:lnTo>
                    <a:pt x="158083" y="4299227"/>
                  </a:lnTo>
                  <a:lnTo>
                    <a:pt x="204190" y="4299227"/>
                  </a:lnTo>
                  <a:lnTo>
                    <a:pt x="204190" y="2403090"/>
                  </a:lnTo>
                  <a:lnTo>
                    <a:pt x="475189" y="2132213"/>
                  </a:lnTo>
                  <a:lnTo>
                    <a:pt x="475189" y="15330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4284411" y="3606470"/>
              <a:ext cx="15055" cy="1895196"/>
            </a:xfrm>
            <a:custGeom>
              <a:rect b="b" l="l" r="r" t="t"/>
              <a:pathLst>
                <a:path extrusionOk="0" h="1895196" w="15055">
                  <a:moveTo>
                    <a:pt x="0" y="0"/>
                  </a:moveTo>
                  <a:lnTo>
                    <a:pt x="15056" y="0"/>
                  </a:lnTo>
                  <a:lnTo>
                    <a:pt x="15056" y="1895196"/>
                  </a:lnTo>
                  <a:lnTo>
                    <a:pt x="0" y="1895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4203487" y="2574693"/>
              <a:ext cx="207953" cy="884111"/>
            </a:xfrm>
            <a:custGeom>
              <a:rect b="b" l="l" r="r" t="t"/>
              <a:pathLst>
                <a:path extrusionOk="0" h="884111" w="207953">
                  <a:moveTo>
                    <a:pt x="12232" y="872825"/>
                  </a:moveTo>
                  <a:lnTo>
                    <a:pt x="23524" y="884111"/>
                  </a:lnTo>
                  <a:lnTo>
                    <a:pt x="207954" y="699765"/>
                  </a:lnTo>
                  <a:lnTo>
                    <a:pt x="207954" y="196574"/>
                  </a:lnTo>
                  <a:lnTo>
                    <a:pt x="11292" y="0"/>
                  </a:lnTo>
                  <a:lnTo>
                    <a:pt x="0" y="11286"/>
                  </a:lnTo>
                  <a:lnTo>
                    <a:pt x="192899" y="203158"/>
                  </a:lnTo>
                  <a:lnTo>
                    <a:pt x="192899" y="6931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6801775" y="3003275"/>
            <a:ext cx="2342225" cy="2151625"/>
            <a:chOff x="619225" y="-129900"/>
            <a:chExt cx="2342225" cy="2151625"/>
          </a:xfrm>
        </p:grpSpPr>
        <p:sp>
          <p:nvSpPr>
            <p:cNvPr id="61" name="Google Shape;61;p4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pic>
        <p:nvPicPr>
          <p:cNvPr id="67" name="Google Shape;67;p4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" name="Google Shape;69;p4"/>
          <p:cNvSpPr txBox="1"/>
          <p:nvPr>
            <p:ph idx="1" type="body"/>
          </p:nvPr>
        </p:nvSpPr>
        <p:spPr>
          <a:xfrm>
            <a:off x="720000" y="1043600"/>
            <a:ext cx="77040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70" name="Google Shape;70;p4"/>
          <p:cNvGrpSpPr/>
          <p:nvPr/>
        </p:nvGrpSpPr>
        <p:grpSpPr>
          <a:xfrm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71" name="Google Shape;71;p4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72" name="Google Shape;72;p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1" name="Google Shape;8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5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25624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5"/>
          <p:cNvGrpSpPr/>
          <p:nvPr/>
        </p:nvGrpSpPr>
        <p:grpSpPr>
          <a:xfrm>
            <a:off x="1" y="31625"/>
            <a:ext cx="9075852" cy="5111857"/>
            <a:chOff x="1" y="31625"/>
            <a:chExt cx="9075852" cy="5111857"/>
          </a:xfrm>
        </p:grpSpPr>
        <p:grpSp>
          <p:nvGrpSpPr>
            <p:cNvPr id="85" name="Google Shape;85;p5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86" name="Google Shape;86;p5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93" name="Google Shape;93;p5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subTitle"/>
          </p:nvPr>
        </p:nvSpPr>
        <p:spPr>
          <a:xfrm>
            <a:off x="5117876" y="2421750"/>
            <a:ext cx="2535300" cy="14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subTitle"/>
          </p:nvPr>
        </p:nvSpPr>
        <p:spPr>
          <a:xfrm>
            <a:off x="1490823" y="1771900"/>
            <a:ext cx="25353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5"/>
          <p:cNvSpPr txBox="1"/>
          <p:nvPr>
            <p:ph idx="3" type="subTitle"/>
          </p:nvPr>
        </p:nvSpPr>
        <p:spPr>
          <a:xfrm>
            <a:off x="5117877" y="1771900"/>
            <a:ext cx="25353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99" name="Google Shape;99;p5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100" name="Google Shape;100;p5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101" name="Google Shape;101;p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5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106" name="Google Shape;106;p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0" name="Google Shape;110;p5"/>
          <p:cNvSpPr txBox="1"/>
          <p:nvPr>
            <p:ph idx="4" type="subTitle"/>
          </p:nvPr>
        </p:nvSpPr>
        <p:spPr>
          <a:xfrm>
            <a:off x="1490825" y="2421750"/>
            <a:ext cx="2535300" cy="14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6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25624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6"/>
          <p:cNvGrpSpPr/>
          <p:nvPr/>
        </p:nvGrpSpPr>
        <p:grpSpPr>
          <a:xfrm>
            <a:off x="1" y="31625"/>
            <a:ext cx="9075852" cy="5111857"/>
            <a:chOff x="1" y="31625"/>
            <a:chExt cx="9075852" cy="5111857"/>
          </a:xfrm>
        </p:grpSpPr>
        <p:grpSp>
          <p:nvGrpSpPr>
            <p:cNvPr id="115" name="Google Shape;115;p6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116" name="Google Shape;116;p6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22" name="Google Shape;122;p6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123" name="Google Shape;123;p6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125" name="Google Shape;125;p6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126" name="Google Shape;126;p6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" name="Google Shape;131;p6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132" name="Google Shape;132;p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6" name="Google Shape;136;p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7"/>
          <p:cNvPicPr preferRelativeResize="0"/>
          <p:nvPr/>
        </p:nvPicPr>
        <p:blipFill rotWithShape="1">
          <a:blip r:embed="rId2">
            <a:alphaModFix/>
          </a:blip>
          <a:srcRect b="8969" l="13602" r="9592" t="-28088"/>
          <a:stretch/>
        </p:blipFill>
        <p:spPr>
          <a:xfrm rot="5400000">
            <a:off x="1419852" y="-14255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7"/>
          <p:cNvGrpSpPr/>
          <p:nvPr/>
        </p:nvGrpSpPr>
        <p:grpSpPr>
          <a:xfrm rot="10800000">
            <a:off x="155300" y="122800"/>
            <a:ext cx="2342225" cy="2151625"/>
            <a:chOff x="619225" y="-129900"/>
            <a:chExt cx="2342225" cy="2151625"/>
          </a:xfrm>
        </p:grpSpPr>
        <p:sp>
          <p:nvSpPr>
            <p:cNvPr id="141" name="Google Shape;141;p7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147" name="Google Shape;147;p7"/>
          <p:cNvSpPr txBox="1"/>
          <p:nvPr>
            <p:ph type="title"/>
          </p:nvPr>
        </p:nvSpPr>
        <p:spPr>
          <a:xfrm>
            <a:off x="4191700" y="788913"/>
            <a:ext cx="4237200" cy="10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4191700" y="2207788"/>
            <a:ext cx="4237200" cy="21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9" name="Google Shape;149;p7"/>
          <p:cNvSpPr/>
          <p:nvPr>
            <p:ph idx="2" type="pic"/>
          </p:nvPr>
        </p:nvSpPr>
        <p:spPr>
          <a:xfrm>
            <a:off x="715100" y="535000"/>
            <a:ext cx="2832600" cy="406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50" name="Google Shape;150;p7"/>
          <p:cNvGrpSpPr/>
          <p:nvPr/>
        </p:nvGrpSpPr>
        <p:grpSpPr>
          <a:xfrm flipH="1" rot="5400000">
            <a:off x="956219" y="3652290"/>
            <a:ext cx="376110" cy="2288549"/>
            <a:chOff x="4023762" y="1201499"/>
            <a:chExt cx="706840" cy="4300167"/>
          </a:xfrm>
        </p:grpSpPr>
        <p:sp>
          <p:nvSpPr>
            <p:cNvPr id="151" name="Google Shape;151;p7"/>
            <p:cNvSpPr/>
            <p:nvPr/>
          </p:nvSpPr>
          <p:spPr>
            <a:xfrm>
              <a:off x="4200664" y="1201499"/>
              <a:ext cx="529938" cy="4300166"/>
            </a:xfrm>
            <a:custGeom>
              <a:rect b="b" l="l" r="r" t="t"/>
              <a:pathLst>
                <a:path extrusionOk="0" h="4300166" w="529938">
                  <a:moveTo>
                    <a:pt x="459193" y="1801142"/>
                  </a:moveTo>
                  <a:lnTo>
                    <a:pt x="459193" y="1540611"/>
                  </a:lnTo>
                  <a:lnTo>
                    <a:pt x="89392" y="1170977"/>
                  </a:lnTo>
                  <a:lnTo>
                    <a:pt x="89392" y="160833"/>
                  </a:lnTo>
                  <a:cubicBezTo>
                    <a:pt x="129854" y="157071"/>
                    <a:pt x="161847" y="123211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22271"/>
                    <a:pt x="31993" y="157071"/>
                    <a:pt x="72455" y="160833"/>
                  </a:cubicBezTo>
                  <a:lnTo>
                    <a:pt x="72455" y="1176621"/>
                  </a:lnTo>
                  <a:lnTo>
                    <a:pt x="442255" y="1546254"/>
                  </a:lnTo>
                  <a:lnTo>
                    <a:pt x="442255" y="1801142"/>
                  </a:lnTo>
                  <a:cubicBezTo>
                    <a:pt x="401794" y="1804904"/>
                    <a:pt x="369801" y="1838763"/>
                    <a:pt x="369801" y="1881088"/>
                  </a:cubicBezTo>
                  <a:cubicBezTo>
                    <a:pt x="369801" y="1922472"/>
                    <a:pt x="401794" y="1957272"/>
                    <a:pt x="442255" y="1961034"/>
                  </a:cubicBezTo>
                  <a:lnTo>
                    <a:pt x="442255" y="2120927"/>
                  </a:lnTo>
                  <a:lnTo>
                    <a:pt x="171256" y="2391803"/>
                  </a:lnTo>
                  <a:lnTo>
                    <a:pt x="171256" y="4300167"/>
                  </a:lnTo>
                  <a:lnTo>
                    <a:pt x="186312" y="4300167"/>
                  </a:lnTo>
                  <a:lnTo>
                    <a:pt x="186312" y="2397447"/>
                  </a:lnTo>
                  <a:lnTo>
                    <a:pt x="457311" y="2126570"/>
                  </a:lnTo>
                  <a:lnTo>
                    <a:pt x="457311" y="1960094"/>
                  </a:lnTo>
                  <a:cubicBezTo>
                    <a:pt x="497772" y="1956331"/>
                    <a:pt x="529765" y="1922472"/>
                    <a:pt x="529765" y="1880147"/>
                  </a:cubicBezTo>
                  <a:cubicBezTo>
                    <a:pt x="532588" y="1839704"/>
                    <a:pt x="500595" y="1804904"/>
                    <a:pt x="459193" y="1801142"/>
                  </a:cubicBezTo>
                  <a:close/>
                  <a:moveTo>
                    <a:pt x="15996" y="80887"/>
                  </a:moveTo>
                  <a:cubicBezTo>
                    <a:pt x="15996" y="45146"/>
                    <a:pt x="45167" y="15989"/>
                    <a:pt x="80923" y="15989"/>
                  </a:cubicBezTo>
                  <a:cubicBezTo>
                    <a:pt x="116680" y="15989"/>
                    <a:pt x="145850" y="45146"/>
                    <a:pt x="145850" y="80887"/>
                  </a:cubicBezTo>
                  <a:cubicBezTo>
                    <a:pt x="145850" y="116627"/>
                    <a:pt x="116680" y="145784"/>
                    <a:pt x="80923" y="145784"/>
                  </a:cubicBezTo>
                  <a:cubicBezTo>
                    <a:pt x="46107" y="146725"/>
                    <a:pt x="15996" y="117568"/>
                    <a:pt x="15996" y="80887"/>
                  </a:cubicBezTo>
                  <a:close/>
                  <a:moveTo>
                    <a:pt x="451665" y="1945986"/>
                  </a:moveTo>
                  <a:cubicBezTo>
                    <a:pt x="415908" y="1945986"/>
                    <a:pt x="386738" y="1916829"/>
                    <a:pt x="386738" y="1881088"/>
                  </a:cubicBezTo>
                  <a:cubicBezTo>
                    <a:pt x="386738" y="1845347"/>
                    <a:pt x="415908" y="1816190"/>
                    <a:pt x="451665" y="1816190"/>
                  </a:cubicBezTo>
                  <a:cubicBezTo>
                    <a:pt x="487422" y="1816190"/>
                    <a:pt x="516592" y="1845347"/>
                    <a:pt x="516592" y="1881088"/>
                  </a:cubicBezTo>
                  <a:cubicBezTo>
                    <a:pt x="516592" y="1916829"/>
                    <a:pt x="487422" y="1945986"/>
                    <a:pt x="451665" y="1945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023762" y="1202440"/>
              <a:ext cx="477071" cy="4299226"/>
            </a:xfrm>
            <a:custGeom>
              <a:rect b="b" l="l" r="r" t="t"/>
              <a:pathLst>
                <a:path extrusionOk="0" h="4299226" w="477071">
                  <a:moveTo>
                    <a:pt x="477071" y="1533087"/>
                  </a:moveTo>
                  <a:lnTo>
                    <a:pt x="106329" y="1163453"/>
                  </a:lnTo>
                  <a:lnTo>
                    <a:pt x="106329" y="157071"/>
                  </a:lnTo>
                  <a:cubicBezTo>
                    <a:pt x="138322" y="146725"/>
                    <a:pt x="161847" y="116627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17568"/>
                    <a:pt x="25406" y="148606"/>
                    <a:pt x="59281" y="158011"/>
                  </a:cubicBezTo>
                  <a:lnTo>
                    <a:pt x="59281" y="1183204"/>
                  </a:lnTo>
                  <a:lnTo>
                    <a:pt x="429082" y="1552838"/>
                  </a:lnTo>
                  <a:lnTo>
                    <a:pt x="429082" y="2113402"/>
                  </a:lnTo>
                  <a:lnTo>
                    <a:pt x="158083" y="2384279"/>
                  </a:lnTo>
                  <a:lnTo>
                    <a:pt x="158083" y="4299227"/>
                  </a:lnTo>
                  <a:lnTo>
                    <a:pt x="204190" y="4299227"/>
                  </a:lnTo>
                  <a:lnTo>
                    <a:pt x="204190" y="2403090"/>
                  </a:lnTo>
                  <a:lnTo>
                    <a:pt x="475189" y="2132213"/>
                  </a:lnTo>
                  <a:lnTo>
                    <a:pt x="475189" y="15330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4284411" y="3606470"/>
              <a:ext cx="15055" cy="1895196"/>
            </a:xfrm>
            <a:custGeom>
              <a:rect b="b" l="l" r="r" t="t"/>
              <a:pathLst>
                <a:path extrusionOk="0" h="1895196" w="15055">
                  <a:moveTo>
                    <a:pt x="0" y="0"/>
                  </a:moveTo>
                  <a:lnTo>
                    <a:pt x="15056" y="0"/>
                  </a:lnTo>
                  <a:lnTo>
                    <a:pt x="15056" y="1895196"/>
                  </a:lnTo>
                  <a:lnTo>
                    <a:pt x="0" y="1895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4203487" y="2574693"/>
              <a:ext cx="207953" cy="884111"/>
            </a:xfrm>
            <a:custGeom>
              <a:rect b="b" l="l" r="r" t="t"/>
              <a:pathLst>
                <a:path extrusionOk="0" h="884111" w="207953">
                  <a:moveTo>
                    <a:pt x="12232" y="872825"/>
                  </a:moveTo>
                  <a:lnTo>
                    <a:pt x="23524" y="884111"/>
                  </a:lnTo>
                  <a:lnTo>
                    <a:pt x="207954" y="699765"/>
                  </a:lnTo>
                  <a:lnTo>
                    <a:pt x="207954" y="196574"/>
                  </a:lnTo>
                  <a:lnTo>
                    <a:pt x="11292" y="0"/>
                  </a:lnTo>
                  <a:lnTo>
                    <a:pt x="0" y="11286"/>
                  </a:lnTo>
                  <a:lnTo>
                    <a:pt x="192899" y="203158"/>
                  </a:lnTo>
                  <a:lnTo>
                    <a:pt x="192899" y="6931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58" name="Google Shape;158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" name="Google Shape;161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2" name="Google Shape;16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hasCustomPrompt="1" type="title"/>
          </p:nvPr>
        </p:nvSpPr>
        <p:spPr>
          <a:xfrm>
            <a:off x="1181827" y="1938000"/>
            <a:ext cx="2170200" cy="12675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9" name="Google Shape;169;p11"/>
          <p:cNvSpPr txBox="1"/>
          <p:nvPr>
            <p:ph idx="1" type="subTitle"/>
          </p:nvPr>
        </p:nvSpPr>
        <p:spPr>
          <a:xfrm>
            <a:off x="3545573" y="2073450"/>
            <a:ext cx="44166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70" name="Google Shape;170;p11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2515364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1"/>
          <p:cNvGrpSpPr/>
          <p:nvPr/>
        </p:nvGrpSpPr>
        <p:grpSpPr>
          <a:xfrm flipH="1">
            <a:off x="-11" y="0"/>
            <a:ext cx="9090125" cy="5135213"/>
            <a:chOff x="0" y="0"/>
            <a:chExt cx="9090125" cy="5135213"/>
          </a:xfrm>
        </p:grpSpPr>
        <p:grpSp>
          <p:nvGrpSpPr>
            <p:cNvPr id="172" name="Google Shape;172;p11"/>
            <p:cNvGrpSpPr/>
            <p:nvPr/>
          </p:nvGrpSpPr>
          <p:grpSpPr>
            <a:xfrm>
              <a:off x="0" y="0"/>
              <a:ext cx="2342225" cy="2151625"/>
              <a:chOff x="619225" y="-129900"/>
              <a:chExt cx="2342225" cy="2151625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11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9" name="Google Shape;179;p11"/>
            <p:cNvGrpSpPr/>
            <p:nvPr/>
          </p:nvGrpSpPr>
          <p:grpSpPr>
            <a:xfrm flipH="1" rot="-5400000">
              <a:off x="6843200" y="2888288"/>
              <a:ext cx="2342225" cy="2151625"/>
              <a:chOff x="619225" y="-129900"/>
              <a:chExt cx="2342225" cy="2151625"/>
            </a:xfrm>
          </p:grpSpPr>
          <p:sp>
            <p:nvSpPr>
              <p:cNvPr id="180" name="Google Shape;180;p11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186" name="Google Shape;186;p11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187" name="Google Shape;187;p11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188" name="Google Shape;188;p1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" name="Google Shape;192;p11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193" name="Google Shape;193;p1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7" name="Google Shape;197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3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25624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3"/>
          <p:cNvGrpSpPr/>
          <p:nvPr/>
        </p:nvGrpSpPr>
        <p:grpSpPr>
          <a:xfrm>
            <a:off x="0" y="2990650"/>
            <a:ext cx="2342225" cy="2151625"/>
            <a:chOff x="619225" y="-129900"/>
            <a:chExt cx="2342225" cy="2151625"/>
          </a:xfrm>
        </p:grpSpPr>
        <p:sp>
          <p:nvSpPr>
            <p:cNvPr id="203" name="Google Shape;203;p13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09" name="Google Shape;209;p13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210" name="Google Shape;210;p13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211" name="Google Shape;211;p13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" name="Google Shape;215;p13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216" name="Google Shape;216;p13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0" name="Google Shape;220;p13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hasCustomPrompt="1" idx="2" type="title"/>
          </p:nvPr>
        </p:nvSpPr>
        <p:spPr>
          <a:xfrm>
            <a:off x="949175" y="1667711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2" name="Google Shape;222;p13"/>
          <p:cNvSpPr txBox="1"/>
          <p:nvPr>
            <p:ph hasCustomPrompt="1" idx="3" type="title"/>
          </p:nvPr>
        </p:nvSpPr>
        <p:spPr>
          <a:xfrm>
            <a:off x="949175" y="3101119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/>
          <p:nvPr>
            <p:ph hasCustomPrompt="1" idx="4" type="title"/>
          </p:nvPr>
        </p:nvSpPr>
        <p:spPr>
          <a:xfrm>
            <a:off x="3648450" y="1667711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/>
          <p:nvPr>
            <p:ph hasCustomPrompt="1" idx="5" type="title"/>
          </p:nvPr>
        </p:nvSpPr>
        <p:spPr>
          <a:xfrm>
            <a:off x="3648450" y="3101119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/>
          <p:nvPr>
            <p:ph hasCustomPrompt="1" idx="6" type="title"/>
          </p:nvPr>
        </p:nvSpPr>
        <p:spPr>
          <a:xfrm>
            <a:off x="6347725" y="1667711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/>
          <p:nvPr>
            <p:ph hasCustomPrompt="1" idx="7" type="title"/>
          </p:nvPr>
        </p:nvSpPr>
        <p:spPr>
          <a:xfrm>
            <a:off x="6347725" y="3101119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/>
          <p:nvPr>
            <p:ph idx="1" type="subTitle"/>
          </p:nvPr>
        </p:nvSpPr>
        <p:spPr>
          <a:xfrm>
            <a:off x="949175" y="2208975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8" name="Google Shape;228;p13"/>
          <p:cNvSpPr txBox="1"/>
          <p:nvPr>
            <p:ph idx="8" type="subTitle"/>
          </p:nvPr>
        </p:nvSpPr>
        <p:spPr>
          <a:xfrm>
            <a:off x="3648450" y="2208975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9" name="Google Shape;229;p13"/>
          <p:cNvSpPr txBox="1"/>
          <p:nvPr>
            <p:ph idx="9" type="subTitle"/>
          </p:nvPr>
        </p:nvSpPr>
        <p:spPr>
          <a:xfrm>
            <a:off x="6347725" y="2208975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0" name="Google Shape;230;p13"/>
          <p:cNvSpPr txBox="1"/>
          <p:nvPr>
            <p:ph idx="13" type="subTitle"/>
          </p:nvPr>
        </p:nvSpPr>
        <p:spPr>
          <a:xfrm>
            <a:off x="949175" y="3642450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1" name="Google Shape;231;p13"/>
          <p:cNvSpPr txBox="1"/>
          <p:nvPr>
            <p:ph idx="14" type="subTitle"/>
          </p:nvPr>
        </p:nvSpPr>
        <p:spPr>
          <a:xfrm>
            <a:off x="3648450" y="3642450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2" name="Google Shape;232;p13"/>
          <p:cNvSpPr txBox="1"/>
          <p:nvPr>
            <p:ph idx="15" type="subTitle"/>
          </p:nvPr>
        </p:nvSpPr>
        <p:spPr>
          <a:xfrm>
            <a:off x="6347725" y="3642450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3" name="Google Shape;23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4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5626" y="-994901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4"/>
          <p:cNvGrpSpPr/>
          <p:nvPr/>
        </p:nvGrpSpPr>
        <p:grpSpPr>
          <a:xfrm rot="10800000">
            <a:off x="68148" y="-10"/>
            <a:ext cx="9075852" cy="5111857"/>
            <a:chOff x="1" y="31625"/>
            <a:chExt cx="9075852" cy="5111857"/>
          </a:xfrm>
        </p:grpSpPr>
        <p:grpSp>
          <p:nvGrpSpPr>
            <p:cNvPr id="237" name="Google Shape;237;p14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238" name="Google Shape;238;p14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9" name="Google Shape;239;p14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1" name="Google Shape;241;p14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2" name="Google Shape;242;p14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44" name="Google Shape;244;p14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245" name="Google Shape;245;p14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247" name="Google Shape;247;p14"/>
          <p:cNvGrpSpPr/>
          <p:nvPr/>
        </p:nvGrpSpPr>
        <p:grpSpPr>
          <a:xfrm flipH="1">
            <a:off x="109923" y="1208"/>
            <a:ext cx="8891235" cy="5142274"/>
            <a:chOff x="142844" y="-10"/>
            <a:chExt cx="8891235" cy="5142274"/>
          </a:xfrm>
        </p:grpSpPr>
        <p:grpSp>
          <p:nvGrpSpPr>
            <p:cNvPr id="248" name="Google Shape;248;p14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249" name="Google Shape;249;p1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14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254" name="Google Shape;254;p1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8" name="Google Shape;258;p1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1" type="subTitle"/>
          </p:nvPr>
        </p:nvSpPr>
        <p:spPr>
          <a:xfrm>
            <a:off x="720000" y="1097075"/>
            <a:ext cx="7704000" cy="8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5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5626" y="-994901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5"/>
          <p:cNvGrpSpPr/>
          <p:nvPr/>
        </p:nvGrpSpPr>
        <p:grpSpPr>
          <a:xfrm flipH="1">
            <a:off x="68148" y="31625"/>
            <a:ext cx="9075852" cy="5111857"/>
            <a:chOff x="1" y="31625"/>
            <a:chExt cx="9075852" cy="5111857"/>
          </a:xfrm>
        </p:grpSpPr>
        <p:grpSp>
          <p:nvGrpSpPr>
            <p:cNvPr id="264" name="Google Shape;264;p15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265" name="Google Shape;265;p15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0" name="Google Shape;270;p15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71" name="Google Shape;271;p15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272" name="Google Shape;272;p15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274" name="Google Shape;274;p15"/>
          <p:cNvGrpSpPr/>
          <p:nvPr/>
        </p:nvGrpSpPr>
        <p:grpSpPr>
          <a:xfrm rot="10800000">
            <a:off x="109923" y="-10"/>
            <a:ext cx="8891235" cy="5142274"/>
            <a:chOff x="142844" y="-10"/>
            <a:chExt cx="8891235" cy="5142274"/>
          </a:xfrm>
        </p:grpSpPr>
        <p:grpSp>
          <p:nvGrpSpPr>
            <p:cNvPr id="275" name="Google Shape;275;p15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276" name="Google Shape;276;p1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" name="Google Shape;280;p15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281" name="Google Shape;281;p1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5" name="Google Shape;285;p1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" name="Google Shape;286;p15"/>
          <p:cNvSpPr txBox="1"/>
          <p:nvPr>
            <p:ph idx="1" type="subTitle"/>
          </p:nvPr>
        </p:nvSpPr>
        <p:spPr>
          <a:xfrm>
            <a:off x="720000" y="1097280"/>
            <a:ext cx="7704000" cy="24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6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5626" y="-994901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16"/>
          <p:cNvGrpSpPr/>
          <p:nvPr/>
        </p:nvGrpSpPr>
        <p:grpSpPr>
          <a:xfrm rot="10800000">
            <a:off x="68148" y="-10"/>
            <a:ext cx="9075852" cy="5111857"/>
            <a:chOff x="1" y="31625"/>
            <a:chExt cx="9075852" cy="5111857"/>
          </a:xfrm>
        </p:grpSpPr>
        <p:grpSp>
          <p:nvGrpSpPr>
            <p:cNvPr id="291" name="Google Shape;291;p16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292" name="Google Shape;292;p16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4" name="Google Shape;294;p16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98" name="Google Shape;298;p16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299" name="Google Shape;299;p16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301" name="Google Shape;301;p16"/>
          <p:cNvGrpSpPr/>
          <p:nvPr/>
        </p:nvGrpSpPr>
        <p:grpSpPr>
          <a:xfrm rot="10800000">
            <a:off x="109923" y="1208"/>
            <a:ext cx="8891235" cy="5142274"/>
            <a:chOff x="142844" y="-10"/>
            <a:chExt cx="8891235" cy="5142274"/>
          </a:xfrm>
        </p:grpSpPr>
        <p:grpSp>
          <p:nvGrpSpPr>
            <p:cNvPr id="302" name="Google Shape;302;p16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303" name="Google Shape;303;p1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16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308" name="Google Shape;308;p1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2" name="Google Shape;312;p1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3" name="Google Shape;31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17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17"/>
          <p:cNvGrpSpPr/>
          <p:nvPr/>
        </p:nvGrpSpPr>
        <p:grpSpPr>
          <a:xfrm>
            <a:off x="0" y="0"/>
            <a:ext cx="9090125" cy="5135213"/>
            <a:chOff x="0" y="0"/>
            <a:chExt cx="9090125" cy="5135213"/>
          </a:xfrm>
        </p:grpSpPr>
        <p:grpSp>
          <p:nvGrpSpPr>
            <p:cNvPr id="317" name="Google Shape;317;p17"/>
            <p:cNvGrpSpPr/>
            <p:nvPr/>
          </p:nvGrpSpPr>
          <p:grpSpPr>
            <a:xfrm>
              <a:off x="0" y="0"/>
              <a:ext cx="2342225" cy="2151625"/>
              <a:chOff x="619225" y="-129900"/>
              <a:chExt cx="2342225" cy="2151625"/>
            </a:xfrm>
          </p:grpSpPr>
          <p:sp>
            <p:nvSpPr>
              <p:cNvPr id="318" name="Google Shape;318;p17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9" name="Google Shape;319;p17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1" name="Google Shape;321;p17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24" name="Google Shape;324;p17"/>
            <p:cNvGrpSpPr/>
            <p:nvPr/>
          </p:nvGrpSpPr>
          <p:grpSpPr>
            <a:xfrm flipH="1" rot="-5400000">
              <a:off x="6843200" y="2888288"/>
              <a:ext cx="2342225" cy="2151625"/>
              <a:chOff x="619225" y="-129900"/>
              <a:chExt cx="2342225" cy="2151625"/>
            </a:xfrm>
          </p:grpSpPr>
          <p:sp>
            <p:nvSpPr>
              <p:cNvPr id="325" name="Google Shape;325;p17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6" name="Google Shape;326;p17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7" name="Google Shape;327;p17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331" name="Google Shape;331;p17"/>
          <p:cNvSpPr txBox="1"/>
          <p:nvPr>
            <p:ph hasCustomPrompt="1" type="title"/>
          </p:nvPr>
        </p:nvSpPr>
        <p:spPr>
          <a:xfrm>
            <a:off x="1131614" y="2743395"/>
            <a:ext cx="3184200" cy="768900"/>
          </a:xfrm>
          <a:prstGeom prst="rect">
            <a:avLst/>
          </a:prstGeom>
          <a:solidFill>
            <a:srgbClr val="FFFFFF">
              <a:alpha val="4051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17"/>
          <p:cNvSpPr txBox="1"/>
          <p:nvPr>
            <p:ph idx="1" type="subTitle"/>
          </p:nvPr>
        </p:nvSpPr>
        <p:spPr>
          <a:xfrm>
            <a:off x="1131625" y="3664696"/>
            <a:ext cx="3184200" cy="59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17"/>
          <p:cNvSpPr txBox="1"/>
          <p:nvPr>
            <p:ph hasCustomPrompt="1" idx="2" type="title"/>
          </p:nvPr>
        </p:nvSpPr>
        <p:spPr>
          <a:xfrm>
            <a:off x="2979900" y="880001"/>
            <a:ext cx="3184200" cy="768900"/>
          </a:xfrm>
          <a:prstGeom prst="rect">
            <a:avLst/>
          </a:prstGeom>
          <a:solidFill>
            <a:srgbClr val="FFFFFF">
              <a:alpha val="4051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17"/>
          <p:cNvSpPr txBox="1"/>
          <p:nvPr>
            <p:ph idx="3" type="subTitle"/>
          </p:nvPr>
        </p:nvSpPr>
        <p:spPr>
          <a:xfrm>
            <a:off x="2979911" y="1801317"/>
            <a:ext cx="3184200" cy="59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17"/>
          <p:cNvSpPr txBox="1"/>
          <p:nvPr>
            <p:ph hasCustomPrompt="1" idx="4" type="title"/>
          </p:nvPr>
        </p:nvSpPr>
        <p:spPr>
          <a:xfrm>
            <a:off x="4828186" y="2743395"/>
            <a:ext cx="3184200" cy="768900"/>
          </a:xfrm>
          <a:prstGeom prst="rect">
            <a:avLst/>
          </a:prstGeom>
          <a:solidFill>
            <a:srgbClr val="FFFFFF">
              <a:alpha val="4051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6" name="Google Shape;336;p17"/>
          <p:cNvSpPr txBox="1"/>
          <p:nvPr>
            <p:ph idx="5" type="subTitle"/>
          </p:nvPr>
        </p:nvSpPr>
        <p:spPr>
          <a:xfrm>
            <a:off x="4828186" y="3664699"/>
            <a:ext cx="3184200" cy="59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37" name="Google Shape;337;p17"/>
          <p:cNvGrpSpPr/>
          <p:nvPr/>
        </p:nvGrpSpPr>
        <p:grpSpPr>
          <a:xfrm rot="10800000">
            <a:off x="109923" y="-10"/>
            <a:ext cx="8891235" cy="5142274"/>
            <a:chOff x="142844" y="-10"/>
            <a:chExt cx="8891235" cy="5142274"/>
          </a:xfrm>
        </p:grpSpPr>
        <p:grpSp>
          <p:nvGrpSpPr>
            <p:cNvPr id="338" name="Google Shape;338;p17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339" name="Google Shape;339;p17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7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17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344" name="Google Shape;344;p17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17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8" name="Google Shape;34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8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18"/>
          <p:cNvGrpSpPr/>
          <p:nvPr/>
        </p:nvGrpSpPr>
        <p:grpSpPr>
          <a:xfrm>
            <a:off x="0" y="0"/>
            <a:ext cx="9090125" cy="5135213"/>
            <a:chOff x="0" y="0"/>
            <a:chExt cx="9090125" cy="5135213"/>
          </a:xfrm>
        </p:grpSpPr>
        <p:grpSp>
          <p:nvGrpSpPr>
            <p:cNvPr id="352" name="Google Shape;352;p18"/>
            <p:cNvGrpSpPr/>
            <p:nvPr/>
          </p:nvGrpSpPr>
          <p:grpSpPr>
            <a:xfrm>
              <a:off x="0" y="0"/>
              <a:ext cx="2342225" cy="2151625"/>
              <a:chOff x="619225" y="-129900"/>
              <a:chExt cx="2342225" cy="2151625"/>
            </a:xfrm>
          </p:grpSpPr>
          <p:sp>
            <p:nvSpPr>
              <p:cNvPr id="353" name="Google Shape;353;p18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5" name="Google Shape;355;p18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 flipH="1" rot="-5400000">
              <a:off x="6843200" y="2888288"/>
              <a:ext cx="2342225" cy="2151625"/>
              <a:chOff x="619225" y="-129900"/>
              <a:chExt cx="2342225" cy="2151625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1" name="Google Shape;361;p18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2" name="Google Shape;362;p18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3" name="Google Shape;363;p18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4" name="Google Shape;364;p18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5" name="Google Shape;365;p18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366" name="Google Shape;366;p18"/>
          <p:cNvSpPr txBox="1"/>
          <p:nvPr>
            <p:ph type="title"/>
          </p:nvPr>
        </p:nvSpPr>
        <p:spPr>
          <a:xfrm>
            <a:off x="720000" y="53583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7" name="Google Shape;367;p18"/>
          <p:cNvSpPr txBox="1"/>
          <p:nvPr>
            <p:ph idx="1" type="subTitle"/>
          </p:nvPr>
        </p:nvSpPr>
        <p:spPr>
          <a:xfrm>
            <a:off x="1985625" y="1837202"/>
            <a:ext cx="61983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8" name="Google Shape;368;p18"/>
          <p:cNvSpPr txBox="1"/>
          <p:nvPr>
            <p:ph idx="2" type="subTitle"/>
          </p:nvPr>
        </p:nvSpPr>
        <p:spPr>
          <a:xfrm>
            <a:off x="1985625" y="2980701"/>
            <a:ext cx="61983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3" type="subTitle"/>
          </p:nvPr>
        </p:nvSpPr>
        <p:spPr>
          <a:xfrm>
            <a:off x="1985625" y="4124200"/>
            <a:ext cx="61983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0" name="Google Shape;370;p18"/>
          <p:cNvSpPr txBox="1"/>
          <p:nvPr>
            <p:ph idx="4" type="subTitle"/>
          </p:nvPr>
        </p:nvSpPr>
        <p:spPr>
          <a:xfrm>
            <a:off x="1985625" y="1363625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1" name="Google Shape;371;p18"/>
          <p:cNvSpPr txBox="1"/>
          <p:nvPr>
            <p:ph idx="5" type="subTitle"/>
          </p:nvPr>
        </p:nvSpPr>
        <p:spPr>
          <a:xfrm>
            <a:off x="1985625" y="2507129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18"/>
          <p:cNvSpPr txBox="1"/>
          <p:nvPr>
            <p:ph idx="6" type="subTitle"/>
          </p:nvPr>
        </p:nvSpPr>
        <p:spPr>
          <a:xfrm>
            <a:off x="1985625" y="3650632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73" name="Google Shape;373;p18"/>
          <p:cNvGrpSpPr/>
          <p:nvPr/>
        </p:nvGrpSpPr>
        <p:grpSpPr>
          <a:xfrm rot="10800000">
            <a:off x="109923" y="-10"/>
            <a:ext cx="8891235" cy="5142274"/>
            <a:chOff x="142844" y="-10"/>
            <a:chExt cx="8891235" cy="5142274"/>
          </a:xfrm>
        </p:grpSpPr>
        <p:grpSp>
          <p:nvGrpSpPr>
            <p:cNvPr id="374" name="Google Shape;374;p18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375" name="Google Shape;375;p18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4" name="Google Shape;38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19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5400000">
            <a:off x="3039002" y="-994879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19"/>
          <p:cNvGrpSpPr/>
          <p:nvPr/>
        </p:nvGrpSpPr>
        <p:grpSpPr>
          <a:xfrm flipH="1" rot="10800000">
            <a:off x="33376" y="13"/>
            <a:ext cx="9075852" cy="5111857"/>
            <a:chOff x="1" y="31625"/>
            <a:chExt cx="9075852" cy="5111857"/>
          </a:xfrm>
        </p:grpSpPr>
        <p:grpSp>
          <p:nvGrpSpPr>
            <p:cNvPr id="388" name="Google Shape;388;p19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389" name="Google Shape;389;p19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95" name="Google Shape;395;p19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396" name="Google Shape;396;p19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398" name="Google Shape;398;p1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1" type="subTitle"/>
          </p:nvPr>
        </p:nvSpPr>
        <p:spPr>
          <a:xfrm>
            <a:off x="839550" y="2423160"/>
            <a:ext cx="22212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2" type="subTitle"/>
          </p:nvPr>
        </p:nvSpPr>
        <p:spPr>
          <a:xfrm>
            <a:off x="3440519" y="2423160"/>
            <a:ext cx="22212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3" type="subTitle"/>
          </p:nvPr>
        </p:nvSpPr>
        <p:spPr>
          <a:xfrm>
            <a:off x="6041495" y="2423160"/>
            <a:ext cx="22212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4" type="subTitle"/>
          </p:nvPr>
        </p:nvSpPr>
        <p:spPr>
          <a:xfrm>
            <a:off x="839550" y="1773936"/>
            <a:ext cx="22212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5" type="subTitle"/>
          </p:nvPr>
        </p:nvSpPr>
        <p:spPr>
          <a:xfrm>
            <a:off x="3440523" y="1773936"/>
            <a:ext cx="22212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6" type="subTitle"/>
          </p:nvPr>
        </p:nvSpPr>
        <p:spPr>
          <a:xfrm>
            <a:off x="6041495" y="1773936"/>
            <a:ext cx="22212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05" name="Google Shape;405;p19"/>
          <p:cNvGrpSpPr/>
          <p:nvPr/>
        </p:nvGrpSpPr>
        <p:grpSpPr>
          <a:xfrm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406" name="Google Shape;406;p19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1" name="Google Shape;411;p19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412" name="Google Shape;412;p19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6" name="Google Shape;416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20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58349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20"/>
          <p:cNvGrpSpPr/>
          <p:nvPr/>
        </p:nvGrpSpPr>
        <p:grpSpPr>
          <a:xfrm>
            <a:off x="77218" y="9213"/>
            <a:ext cx="9075852" cy="5111857"/>
            <a:chOff x="1" y="31625"/>
            <a:chExt cx="9075852" cy="5111857"/>
          </a:xfrm>
        </p:grpSpPr>
        <p:grpSp>
          <p:nvGrpSpPr>
            <p:cNvPr id="420" name="Google Shape;420;p20"/>
            <p:cNvGrpSpPr/>
            <p:nvPr/>
          </p:nvGrpSpPr>
          <p:grpSpPr>
            <a:xfrm>
              <a:off x="1" y="3491610"/>
              <a:ext cx="2083034" cy="1651872"/>
              <a:chOff x="619225" y="251394"/>
              <a:chExt cx="2232380" cy="1770305"/>
            </a:xfrm>
          </p:grpSpPr>
          <p:sp>
            <p:nvSpPr>
              <p:cNvPr id="421" name="Google Shape;421;p20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0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3" name="Google Shape;423;p20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4" name="Google Shape;424;p20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0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427" name="Google Shape;427;p20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429" name="Google Shape;429;p20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1" type="subTitle"/>
          </p:nvPr>
        </p:nvSpPr>
        <p:spPr>
          <a:xfrm>
            <a:off x="1510988" y="1382675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2" type="subTitle"/>
          </p:nvPr>
        </p:nvSpPr>
        <p:spPr>
          <a:xfrm>
            <a:off x="1510989" y="1908575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3" type="subTitle"/>
          </p:nvPr>
        </p:nvSpPr>
        <p:spPr>
          <a:xfrm>
            <a:off x="4968412" y="1908575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3" name="Google Shape;433;p20"/>
          <p:cNvSpPr txBox="1"/>
          <p:nvPr>
            <p:ph idx="4" type="subTitle"/>
          </p:nvPr>
        </p:nvSpPr>
        <p:spPr>
          <a:xfrm>
            <a:off x="1510989" y="3580700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4" name="Google Shape;434;p20"/>
          <p:cNvSpPr txBox="1"/>
          <p:nvPr>
            <p:ph idx="5" type="subTitle"/>
          </p:nvPr>
        </p:nvSpPr>
        <p:spPr>
          <a:xfrm>
            <a:off x="4968412" y="3580700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5" name="Google Shape;435;p20"/>
          <p:cNvSpPr txBox="1"/>
          <p:nvPr>
            <p:ph idx="6" type="subTitle"/>
          </p:nvPr>
        </p:nvSpPr>
        <p:spPr>
          <a:xfrm>
            <a:off x="1510988" y="3054800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6" name="Google Shape;436;p20"/>
          <p:cNvSpPr txBox="1"/>
          <p:nvPr>
            <p:ph idx="7" type="subTitle"/>
          </p:nvPr>
        </p:nvSpPr>
        <p:spPr>
          <a:xfrm>
            <a:off x="4968410" y="1382675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7" name="Google Shape;437;p20"/>
          <p:cNvSpPr txBox="1"/>
          <p:nvPr>
            <p:ph idx="8" type="subTitle"/>
          </p:nvPr>
        </p:nvSpPr>
        <p:spPr>
          <a:xfrm>
            <a:off x="4968410" y="3054800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38" name="Google Shape;438;p20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439" name="Google Shape;439;p20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440" name="Google Shape;440;p20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" name="Google Shape;444;p20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445" name="Google Shape;445;p20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9" name="Google Shape;44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1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4726" y="-994879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21"/>
          <p:cNvGrpSpPr/>
          <p:nvPr/>
        </p:nvGrpSpPr>
        <p:grpSpPr>
          <a:xfrm rot="10800000">
            <a:off x="67248" y="13"/>
            <a:ext cx="9075852" cy="5111857"/>
            <a:chOff x="1" y="31625"/>
            <a:chExt cx="9075852" cy="5111857"/>
          </a:xfrm>
        </p:grpSpPr>
        <p:grpSp>
          <p:nvGrpSpPr>
            <p:cNvPr id="453" name="Google Shape;453;p21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6" name="Google Shape;456;p21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1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1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461" name="Google Shape;461;p21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1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463" name="Google Shape;463;p21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4" name="Google Shape;464;p21"/>
          <p:cNvSpPr txBox="1"/>
          <p:nvPr>
            <p:ph idx="1" type="subTitle"/>
          </p:nvPr>
        </p:nvSpPr>
        <p:spPr>
          <a:xfrm>
            <a:off x="720000" y="179510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5" name="Google Shape;465;p21"/>
          <p:cNvSpPr txBox="1"/>
          <p:nvPr>
            <p:ph idx="2" type="subTitle"/>
          </p:nvPr>
        </p:nvSpPr>
        <p:spPr>
          <a:xfrm>
            <a:off x="3444000" y="179510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21"/>
          <p:cNvSpPr txBox="1"/>
          <p:nvPr>
            <p:ph idx="3" type="subTitle"/>
          </p:nvPr>
        </p:nvSpPr>
        <p:spPr>
          <a:xfrm>
            <a:off x="720000" y="344045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21"/>
          <p:cNvSpPr txBox="1"/>
          <p:nvPr>
            <p:ph idx="4" type="subTitle"/>
          </p:nvPr>
        </p:nvSpPr>
        <p:spPr>
          <a:xfrm>
            <a:off x="3444000" y="344045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21"/>
          <p:cNvSpPr txBox="1"/>
          <p:nvPr>
            <p:ph idx="5" type="subTitle"/>
          </p:nvPr>
        </p:nvSpPr>
        <p:spPr>
          <a:xfrm>
            <a:off x="6168005" y="179510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9" name="Google Shape;469;p21"/>
          <p:cNvSpPr txBox="1"/>
          <p:nvPr>
            <p:ph idx="6" type="subTitle"/>
          </p:nvPr>
        </p:nvSpPr>
        <p:spPr>
          <a:xfrm>
            <a:off x="6168005" y="344045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0" name="Google Shape;470;p21"/>
          <p:cNvSpPr txBox="1"/>
          <p:nvPr>
            <p:ph idx="7" type="subTitle"/>
          </p:nvPr>
        </p:nvSpPr>
        <p:spPr>
          <a:xfrm>
            <a:off x="720000" y="1336275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1" name="Google Shape;471;p21"/>
          <p:cNvSpPr txBox="1"/>
          <p:nvPr>
            <p:ph idx="8" type="subTitle"/>
          </p:nvPr>
        </p:nvSpPr>
        <p:spPr>
          <a:xfrm>
            <a:off x="3444000" y="1336275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2" name="Google Shape;472;p21"/>
          <p:cNvSpPr txBox="1"/>
          <p:nvPr>
            <p:ph idx="9" type="subTitle"/>
          </p:nvPr>
        </p:nvSpPr>
        <p:spPr>
          <a:xfrm>
            <a:off x="6170050" y="1336275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3" name="Google Shape;473;p21"/>
          <p:cNvSpPr txBox="1"/>
          <p:nvPr>
            <p:ph idx="13" type="subTitle"/>
          </p:nvPr>
        </p:nvSpPr>
        <p:spPr>
          <a:xfrm>
            <a:off x="720000" y="2987153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4" name="Google Shape;474;p21"/>
          <p:cNvSpPr txBox="1"/>
          <p:nvPr>
            <p:ph idx="14" type="subTitle"/>
          </p:nvPr>
        </p:nvSpPr>
        <p:spPr>
          <a:xfrm>
            <a:off x="3444000" y="2987153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5" name="Google Shape;475;p21"/>
          <p:cNvSpPr txBox="1"/>
          <p:nvPr>
            <p:ph idx="15" type="subTitle"/>
          </p:nvPr>
        </p:nvSpPr>
        <p:spPr>
          <a:xfrm>
            <a:off x="6170050" y="2987153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76" name="Google Shape;476;p21"/>
          <p:cNvGrpSpPr/>
          <p:nvPr/>
        </p:nvGrpSpPr>
        <p:grpSpPr>
          <a:xfrm>
            <a:off x="142844" y="68910"/>
            <a:ext cx="9001154" cy="5073354"/>
            <a:chOff x="142844" y="68910"/>
            <a:chExt cx="9001154" cy="5073354"/>
          </a:xfrm>
        </p:grpSpPr>
        <p:grpSp>
          <p:nvGrpSpPr>
            <p:cNvPr id="477" name="Google Shape;477;p21"/>
            <p:cNvGrpSpPr/>
            <p:nvPr/>
          </p:nvGrpSpPr>
          <p:grpSpPr>
            <a:xfrm rot="-5400000">
              <a:off x="7811669" y="-887310"/>
              <a:ext cx="376110" cy="2288549"/>
              <a:chOff x="4023762" y="1201499"/>
              <a:chExt cx="706840" cy="4300167"/>
            </a:xfrm>
          </p:grpSpPr>
          <p:sp>
            <p:nvSpPr>
              <p:cNvPr id="478" name="Google Shape;478;p2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21"/>
            <p:cNvGrpSpPr/>
            <p:nvPr/>
          </p:nvGrpSpPr>
          <p:grpSpPr>
            <a:xfrm flipH="1">
              <a:off x="142844" y="2853715"/>
              <a:ext cx="376110" cy="2288549"/>
              <a:chOff x="4023762" y="1201499"/>
              <a:chExt cx="706840" cy="4300167"/>
            </a:xfrm>
          </p:grpSpPr>
          <p:sp>
            <p:nvSpPr>
              <p:cNvPr id="483" name="Google Shape;483;p2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7" name="Google Shape;48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22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419852" y="-1419863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0" name="Google Shape;490;p22"/>
          <p:cNvGrpSpPr/>
          <p:nvPr/>
        </p:nvGrpSpPr>
        <p:grpSpPr>
          <a:xfrm flipH="1" rot="10800000">
            <a:off x="162025" y="3003499"/>
            <a:ext cx="2342225" cy="2151625"/>
            <a:chOff x="619225" y="-129900"/>
            <a:chExt cx="2342225" cy="2151625"/>
          </a:xfrm>
        </p:grpSpPr>
        <p:sp>
          <p:nvSpPr>
            <p:cNvPr id="491" name="Google Shape;491;p22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3" name="Google Shape;493;p22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4" name="Google Shape;494;p22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5" name="Google Shape;495;p22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6" name="Google Shape;496;p22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497" name="Google Shape;497;p22"/>
          <p:cNvSpPr txBox="1"/>
          <p:nvPr>
            <p:ph type="ctrTitle"/>
          </p:nvPr>
        </p:nvSpPr>
        <p:spPr>
          <a:xfrm>
            <a:off x="2430000" y="66982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8" name="Google Shape;498;p22"/>
          <p:cNvSpPr txBox="1"/>
          <p:nvPr>
            <p:ph idx="1" type="subTitle"/>
          </p:nvPr>
        </p:nvSpPr>
        <p:spPr>
          <a:xfrm>
            <a:off x="2430000" y="1707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9" name="Google Shape;499;p22"/>
          <p:cNvSpPr txBox="1"/>
          <p:nvPr/>
        </p:nvSpPr>
        <p:spPr>
          <a:xfrm>
            <a:off x="2471250" y="3496925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and includes 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icons by 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and infographics &amp; images by 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 u="sng">
              <a:solidFill>
                <a:schemeClr val="dk1"/>
              </a:solidFill>
              <a:highlight>
                <a:srgbClr val="DFDEFC"/>
              </a:highlight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500" name="Google Shape;500;p22"/>
          <p:cNvGrpSpPr/>
          <p:nvPr/>
        </p:nvGrpSpPr>
        <p:grpSpPr>
          <a:xfrm>
            <a:off x="121" y="-327"/>
            <a:ext cx="9144044" cy="5155457"/>
            <a:chOff x="121" y="-327"/>
            <a:chExt cx="9144044" cy="5155457"/>
          </a:xfrm>
        </p:grpSpPr>
        <p:grpSp>
          <p:nvGrpSpPr>
            <p:cNvPr id="501" name="Google Shape;501;p22"/>
            <p:cNvGrpSpPr/>
            <p:nvPr/>
          </p:nvGrpSpPr>
          <p:grpSpPr>
            <a:xfrm flipH="1" rot="10800000">
              <a:off x="121" y="10973"/>
              <a:ext cx="9144044" cy="5144157"/>
              <a:chOff x="121" y="-231"/>
              <a:chExt cx="9144044" cy="5144157"/>
            </a:xfrm>
          </p:grpSpPr>
          <p:grpSp>
            <p:nvGrpSpPr>
              <p:cNvPr id="502" name="Google Shape;502;p22"/>
              <p:cNvGrpSpPr/>
              <p:nvPr/>
            </p:nvGrpSpPr>
            <p:grpSpPr>
              <a:xfrm flipH="1">
                <a:off x="7631195" y="2446588"/>
                <a:ext cx="1512969" cy="2697338"/>
                <a:chOff x="3119492" y="1217488"/>
                <a:chExt cx="2561316" cy="4566341"/>
              </a:xfrm>
            </p:grpSpPr>
            <p:sp>
              <p:nvSpPr>
                <p:cNvPr id="503" name="Google Shape;503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9" name="Google Shape;509;p22"/>
              <p:cNvGrpSpPr/>
              <p:nvPr/>
            </p:nvGrpSpPr>
            <p:grpSpPr>
              <a:xfrm flipH="1" rot="10800000">
                <a:off x="121" y="-231"/>
                <a:ext cx="1655635" cy="2951683"/>
                <a:chOff x="3119492" y="1217488"/>
                <a:chExt cx="2561316" cy="4566341"/>
              </a:xfrm>
            </p:grpSpPr>
            <p:sp>
              <p:nvSpPr>
                <p:cNvPr id="510" name="Google Shape;510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6" name="Google Shape;516;p22"/>
            <p:cNvGrpSpPr/>
            <p:nvPr/>
          </p:nvGrpSpPr>
          <p:grpSpPr>
            <a:xfrm>
              <a:off x="121" y="-327"/>
              <a:ext cx="9144044" cy="5144157"/>
              <a:chOff x="121" y="-231"/>
              <a:chExt cx="9144044" cy="5144157"/>
            </a:xfrm>
          </p:grpSpPr>
          <p:grpSp>
            <p:nvGrpSpPr>
              <p:cNvPr id="517" name="Google Shape;517;p22"/>
              <p:cNvGrpSpPr/>
              <p:nvPr/>
            </p:nvGrpSpPr>
            <p:grpSpPr>
              <a:xfrm flipH="1">
                <a:off x="7631195" y="2446588"/>
                <a:ext cx="1512969" cy="2697338"/>
                <a:chOff x="3119492" y="1217488"/>
                <a:chExt cx="2561316" cy="4566341"/>
              </a:xfrm>
            </p:grpSpPr>
            <p:sp>
              <p:nvSpPr>
                <p:cNvPr id="518" name="Google Shape;518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4" name="Google Shape;524;p22"/>
              <p:cNvGrpSpPr/>
              <p:nvPr/>
            </p:nvGrpSpPr>
            <p:grpSpPr>
              <a:xfrm flipH="1" rot="10800000">
                <a:off x="121" y="-231"/>
                <a:ext cx="1655635" cy="2951683"/>
                <a:chOff x="3119492" y="1217488"/>
                <a:chExt cx="2561316" cy="4566341"/>
              </a:xfrm>
            </p:grpSpPr>
            <p:sp>
              <p:nvSpPr>
                <p:cNvPr id="525" name="Google Shape;525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31" name="Google Shape;53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23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419852" y="-1419863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4" name="Google Shape;534;p23"/>
          <p:cNvGrpSpPr/>
          <p:nvPr/>
        </p:nvGrpSpPr>
        <p:grpSpPr>
          <a:xfrm flipH="1" rot="10800000">
            <a:off x="162025" y="3003499"/>
            <a:ext cx="2342225" cy="2151625"/>
            <a:chOff x="619225" y="-129900"/>
            <a:chExt cx="2342225" cy="2151625"/>
          </a:xfrm>
        </p:grpSpPr>
        <p:sp>
          <p:nvSpPr>
            <p:cNvPr id="535" name="Google Shape;535;p23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7" name="Google Shape;537;p23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8" name="Google Shape;538;p23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541" name="Google Shape;541;p23"/>
          <p:cNvGrpSpPr/>
          <p:nvPr/>
        </p:nvGrpSpPr>
        <p:grpSpPr>
          <a:xfrm flipH="1" rot="10800000">
            <a:off x="121" y="10973"/>
            <a:ext cx="9144044" cy="5144157"/>
            <a:chOff x="121" y="-231"/>
            <a:chExt cx="9144044" cy="5144157"/>
          </a:xfrm>
        </p:grpSpPr>
        <p:grpSp>
          <p:nvGrpSpPr>
            <p:cNvPr id="542" name="Google Shape;542;p23"/>
            <p:cNvGrpSpPr/>
            <p:nvPr/>
          </p:nvGrpSpPr>
          <p:grpSpPr>
            <a:xfrm flipH="1">
              <a:off x="7631195" y="2446588"/>
              <a:ext cx="1512969" cy="2697338"/>
              <a:chOff x="3119492" y="1217488"/>
              <a:chExt cx="2561316" cy="4566341"/>
            </a:xfrm>
          </p:grpSpPr>
          <p:sp>
            <p:nvSpPr>
              <p:cNvPr id="543" name="Google Shape;543;p23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23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9" name="Google Shape;549;p23"/>
            <p:cNvGrpSpPr/>
            <p:nvPr/>
          </p:nvGrpSpPr>
          <p:grpSpPr>
            <a:xfrm flipH="1" rot="10800000">
              <a:off x="121" y="-231"/>
              <a:ext cx="1655635" cy="2951683"/>
              <a:chOff x="3119492" y="1217488"/>
              <a:chExt cx="2561316" cy="4566341"/>
            </a:xfrm>
          </p:grpSpPr>
          <p:sp>
            <p:nvSpPr>
              <p:cNvPr id="550" name="Google Shape;550;p23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6" name="Google Shape;55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24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419852" y="-1419863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24"/>
          <p:cNvGrpSpPr/>
          <p:nvPr/>
        </p:nvGrpSpPr>
        <p:grpSpPr>
          <a:xfrm flipH="1" rot="10800000">
            <a:off x="6801775" y="-1"/>
            <a:ext cx="2342225" cy="2151625"/>
            <a:chOff x="619225" y="-129900"/>
            <a:chExt cx="2342225" cy="2151625"/>
          </a:xfrm>
        </p:grpSpPr>
        <p:sp>
          <p:nvSpPr>
            <p:cNvPr id="560" name="Google Shape;560;p24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3" name="Google Shape;563;p24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566" name="Google Shape;566;p24"/>
          <p:cNvGrpSpPr/>
          <p:nvPr/>
        </p:nvGrpSpPr>
        <p:grpSpPr>
          <a:xfrm>
            <a:off x="121" y="10973"/>
            <a:ext cx="9144044" cy="5144157"/>
            <a:chOff x="121" y="-231"/>
            <a:chExt cx="9144044" cy="5144157"/>
          </a:xfrm>
        </p:grpSpPr>
        <p:grpSp>
          <p:nvGrpSpPr>
            <p:cNvPr id="567" name="Google Shape;567;p24"/>
            <p:cNvGrpSpPr/>
            <p:nvPr/>
          </p:nvGrpSpPr>
          <p:grpSpPr>
            <a:xfrm flipH="1">
              <a:off x="7631195" y="2446588"/>
              <a:ext cx="1512969" cy="2697338"/>
              <a:chOff x="3119492" y="1217488"/>
              <a:chExt cx="2561316" cy="4566341"/>
            </a:xfrm>
          </p:grpSpPr>
          <p:sp>
            <p:nvSpPr>
              <p:cNvPr id="568" name="Google Shape;568;p24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4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4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4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4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" name="Google Shape;574;p24"/>
            <p:cNvGrpSpPr/>
            <p:nvPr/>
          </p:nvGrpSpPr>
          <p:grpSpPr>
            <a:xfrm flipH="1" rot="10800000">
              <a:off x="121" y="-231"/>
              <a:ext cx="1655635" cy="2951683"/>
              <a:chOff x="3119492" y="1217488"/>
              <a:chExt cx="2561316" cy="4566341"/>
            </a:xfrm>
          </p:grpSpPr>
          <p:sp>
            <p:nvSpPr>
              <p:cNvPr id="575" name="Google Shape;575;p24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4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4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1" name="Google Shape;581;p24"/>
          <p:cNvGrpSpPr/>
          <p:nvPr/>
        </p:nvGrpSpPr>
        <p:grpSpPr>
          <a:xfrm flipH="1">
            <a:off x="0" y="3003499"/>
            <a:ext cx="2342225" cy="2151625"/>
            <a:chOff x="619225" y="-129900"/>
            <a:chExt cx="2342225" cy="2151625"/>
          </a:xfrm>
        </p:grpSpPr>
        <p:sp>
          <p:nvSpPr>
            <p:cNvPr id="582" name="Google Shape;582;p24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588" name="Google Shape;58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adea"/>
              <a:buNone/>
              <a:defRPr sz="30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i.org/10.3390/s24196386" TargetMode="External"/><Relationship Id="rId4" Type="http://schemas.openxmlformats.org/officeDocument/2006/relationships/hyperlink" Target="https://www.mdpi.com/1424-8220/24/19/638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mdpi.com/1424-8220/21/13/440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ieeexplore.ieee.org/document/10030453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eeexplore.ieee.org/document/10208944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mdpi.com/2076-3417/12/22/11603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5"/>
          <p:cNvSpPr txBox="1"/>
          <p:nvPr>
            <p:ph type="ctrTitle"/>
          </p:nvPr>
        </p:nvSpPr>
        <p:spPr>
          <a:xfrm>
            <a:off x="812200" y="1270775"/>
            <a:ext cx="75168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 Comparative Review of Contactless Vital Signs Estimation Techniques</a:t>
            </a:r>
            <a:endParaRPr sz="3400"/>
          </a:p>
        </p:txBody>
      </p:sp>
      <p:grpSp>
        <p:nvGrpSpPr>
          <p:cNvPr id="594" name="Google Shape;594;p25"/>
          <p:cNvGrpSpPr/>
          <p:nvPr/>
        </p:nvGrpSpPr>
        <p:grpSpPr>
          <a:xfrm>
            <a:off x="2800824" y="3182607"/>
            <a:ext cx="3461163" cy="1425892"/>
            <a:chOff x="3519874" y="4165282"/>
            <a:chExt cx="3461163" cy="1425892"/>
          </a:xfrm>
        </p:grpSpPr>
        <p:sp>
          <p:nvSpPr>
            <p:cNvPr id="595" name="Google Shape;595;p25"/>
            <p:cNvSpPr/>
            <p:nvPr/>
          </p:nvSpPr>
          <p:spPr>
            <a:xfrm>
              <a:off x="5219527" y="449294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0477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25"/>
            <p:cNvSpPr/>
            <p:nvPr/>
          </p:nvSpPr>
          <p:spPr>
            <a:xfrm>
              <a:off x="4966387" y="5000625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47583" y="23813"/>
                  </a:moveTo>
                  <a:cubicBezTo>
                    <a:pt x="47583" y="36964"/>
                    <a:pt x="36931" y="47625"/>
                    <a:pt x="23791" y="47625"/>
                  </a:cubicBezTo>
                  <a:cubicBezTo>
                    <a:pt x="10652" y="47625"/>
                    <a:pt x="0" y="36964"/>
                    <a:pt x="0" y="23813"/>
                  </a:cubicBezTo>
                  <a:cubicBezTo>
                    <a:pt x="0" y="10661"/>
                    <a:pt x="10652" y="0"/>
                    <a:pt x="23791" y="0"/>
                  </a:cubicBezTo>
                  <a:cubicBezTo>
                    <a:pt x="36931" y="0"/>
                    <a:pt x="47583" y="10661"/>
                    <a:pt x="47583" y="238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25"/>
            <p:cNvSpPr/>
            <p:nvPr/>
          </p:nvSpPr>
          <p:spPr>
            <a:xfrm>
              <a:off x="5461247" y="5078730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7"/>
                    <a:pt x="36163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25"/>
            <p:cNvSpPr/>
            <p:nvPr/>
          </p:nvSpPr>
          <p:spPr>
            <a:xfrm>
              <a:off x="4078494" y="4893944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1" y="81915"/>
                    <a:pt x="0" y="63818"/>
                    <a:pt x="0" y="40958"/>
                  </a:cubicBezTo>
                  <a:cubicBezTo>
                    <a:pt x="0" y="18098"/>
                    <a:pt x="18081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3813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25"/>
            <p:cNvSpPr/>
            <p:nvPr/>
          </p:nvSpPr>
          <p:spPr>
            <a:xfrm>
              <a:off x="6841144" y="4498657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2" y="81915"/>
                    <a:pt x="0" y="63818"/>
                    <a:pt x="0" y="40958"/>
                  </a:cubicBezTo>
                  <a:cubicBezTo>
                    <a:pt x="0" y="18098"/>
                    <a:pt x="18082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4765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25"/>
            <p:cNvSpPr/>
            <p:nvPr/>
          </p:nvSpPr>
          <p:spPr>
            <a:xfrm>
              <a:off x="3583635" y="4686300"/>
              <a:ext cx="76132" cy="76200"/>
            </a:xfrm>
            <a:custGeom>
              <a:rect b="b" l="l" r="r" t="t"/>
              <a:pathLst>
                <a:path extrusionOk="0" h="76200" w="76132">
                  <a:moveTo>
                    <a:pt x="38066" y="76200"/>
                  </a:moveTo>
                  <a:cubicBezTo>
                    <a:pt x="17130" y="76200"/>
                    <a:pt x="0" y="59055"/>
                    <a:pt x="0" y="38100"/>
                  </a:cubicBezTo>
                  <a:cubicBezTo>
                    <a:pt x="0" y="17145"/>
                    <a:pt x="17130" y="0"/>
                    <a:pt x="38066" y="0"/>
                  </a:cubicBezTo>
                  <a:cubicBezTo>
                    <a:pt x="59002" y="0"/>
                    <a:pt x="76132" y="17145"/>
                    <a:pt x="76132" y="38100"/>
                  </a:cubicBezTo>
                  <a:cubicBezTo>
                    <a:pt x="76132" y="59055"/>
                    <a:pt x="59002" y="76200"/>
                    <a:pt x="38066" y="76200"/>
                  </a:cubicBezTo>
                  <a:close/>
                  <a:moveTo>
                    <a:pt x="38066" y="4763"/>
                  </a:moveTo>
                  <a:cubicBezTo>
                    <a:pt x="19985" y="4763"/>
                    <a:pt x="4758" y="20003"/>
                    <a:pt x="4758" y="38100"/>
                  </a:cubicBezTo>
                  <a:cubicBezTo>
                    <a:pt x="4758" y="56197"/>
                    <a:pt x="19985" y="71438"/>
                    <a:pt x="38066" y="71438"/>
                  </a:cubicBezTo>
                  <a:cubicBezTo>
                    <a:pt x="56148" y="71438"/>
                    <a:pt x="71374" y="56197"/>
                    <a:pt x="71374" y="38100"/>
                  </a:cubicBezTo>
                  <a:cubicBezTo>
                    <a:pt x="71374" y="20003"/>
                    <a:pt x="56148" y="4763"/>
                    <a:pt x="38066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25"/>
            <p:cNvSpPr/>
            <p:nvPr/>
          </p:nvSpPr>
          <p:spPr>
            <a:xfrm>
              <a:off x="6173083" y="482441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1430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25"/>
            <p:cNvSpPr/>
            <p:nvPr/>
          </p:nvSpPr>
          <p:spPr>
            <a:xfrm>
              <a:off x="5870458" y="439007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25"/>
            <p:cNvSpPr/>
            <p:nvPr/>
          </p:nvSpPr>
          <p:spPr>
            <a:xfrm>
              <a:off x="4058510" y="4765357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8"/>
                    <a:pt x="10468" y="47625"/>
                    <a:pt x="23791" y="47625"/>
                  </a:cubicBezTo>
                  <a:cubicBezTo>
                    <a:pt x="37115" y="47625"/>
                    <a:pt x="47583" y="37148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25"/>
            <p:cNvSpPr/>
            <p:nvPr/>
          </p:nvSpPr>
          <p:spPr>
            <a:xfrm>
              <a:off x="5039664" y="478059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70" y="0"/>
                    <a:pt x="51389" y="11430"/>
                    <a:pt x="51389" y="25718"/>
                  </a:cubicBezTo>
                  <a:cubicBezTo>
                    <a:pt x="51389" y="40005"/>
                    <a:pt x="39970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25"/>
            <p:cNvSpPr/>
            <p:nvPr/>
          </p:nvSpPr>
          <p:spPr>
            <a:xfrm>
              <a:off x="6572778" y="4946332"/>
              <a:ext cx="51440" cy="51435"/>
            </a:xfrm>
            <a:custGeom>
              <a:rect b="b" l="l" r="r" t="t"/>
              <a:pathLst>
                <a:path extrusionOk="0" h="51435" w="51440">
                  <a:moveTo>
                    <a:pt x="25694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2341" y="39053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25"/>
            <p:cNvSpPr/>
            <p:nvPr/>
          </p:nvSpPr>
          <p:spPr>
            <a:xfrm>
              <a:off x="5954203" y="455485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40921" y="51435"/>
                    <a:pt x="25694" y="51435"/>
                  </a:cubicBezTo>
                  <a:close/>
                  <a:moveTo>
                    <a:pt x="25694" y="4763"/>
                  </a:moveTo>
                  <a:cubicBezTo>
                    <a:pt x="14275" y="4763"/>
                    <a:pt x="4758" y="14288"/>
                    <a:pt x="4758" y="25717"/>
                  </a:cubicBezTo>
                  <a:cubicBezTo>
                    <a:pt x="4758" y="37147"/>
                    <a:pt x="14275" y="46672"/>
                    <a:pt x="25694" y="46672"/>
                  </a:cubicBezTo>
                  <a:cubicBezTo>
                    <a:pt x="37114" y="46672"/>
                    <a:pt x="46631" y="37147"/>
                    <a:pt x="46631" y="25717"/>
                  </a:cubicBezTo>
                  <a:cubicBezTo>
                    <a:pt x="47583" y="14288"/>
                    <a:pt x="38066" y="4763"/>
                    <a:pt x="25694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25"/>
            <p:cNvSpPr/>
            <p:nvPr/>
          </p:nvSpPr>
          <p:spPr>
            <a:xfrm>
              <a:off x="3761594" y="426624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39053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25"/>
            <p:cNvSpPr/>
            <p:nvPr/>
          </p:nvSpPr>
          <p:spPr>
            <a:xfrm>
              <a:off x="5598285" y="491680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25"/>
            <p:cNvSpPr/>
            <p:nvPr/>
          </p:nvSpPr>
          <p:spPr>
            <a:xfrm>
              <a:off x="4560983" y="4412932"/>
              <a:ext cx="51389" cy="51435"/>
            </a:xfrm>
            <a:custGeom>
              <a:rect b="b" l="l" r="r" t="t"/>
              <a:pathLst>
                <a:path extrusionOk="0" h="51435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40005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25"/>
            <p:cNvSpPr/>
            <p:nvPr/>
          </p:nvSpPr>
          <p:spPr>
            <a:xfrm>
              <a:off x="5612560" y="4545330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25"/>
            <p:cNvSpPr/>
            <p:nvPr/>
          </p:nvSpPr>
          <p:spPr>
            <a:xfrm>
              <a:off x="5636351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25"/>
            <p:cNvSpPr/>
            <p:nvPr/>
          </p:nvSpPr>
          <p:spPr>
            <a:xfrm>
              <a:off x="5750549" y="47015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25"/>
            <p:cNvSpPr/>
            <p:nvPr/>
          </p:nvSpPr>
          <p:spPr>
            <a:xfrm>
              <a:off x="5024438" y="5394959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25"/>
            <p:cNvSpPr/>
            <p:nvPr/>
          </p:nvSpPr>
          <p:spPr>
            <a:xfrm>
              <a:off x="5612560" y="49301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5220478" y="487203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6254926" y="475392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6091241" y="511492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5894249" y="4836794"/>
              <a:ext cx="22944" cy="22860"/>
            </a:xfrm>
            <a:custGeom>
              <a:rect b="b" l="l" r="r" t="t"/>
              <a:pathLst>
                <a:path extrusionOk="0" h="22860" w="22944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3791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5137685" y="51263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6551841" y="47129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6079821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2840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6823063" y="4836794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6359608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5107232" y="4680584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5002550" y="42557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4107996" y="49234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4374459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3657864" y="46310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3739706" y="4872037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4335441" y="4522469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4107996" y="424338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4799848" y="452723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3608378" y="516636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5544041" y="478440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5478376" y="529113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5260448" y="47358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5229995" y="557784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5292804" y="510825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1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1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2858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4451543" y="41824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5875216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5979898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25"/>
            <p:cNvSpPr/>
            <p:nvPr/>
          </p:nvSpPr>
          <p:spPr>
            <a:xfrm>
              <a:off x="5950397" y="501777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5813358" y="478440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5743888" y="52311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5023486" y="49234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25"/>
            <p:cNvSpPr/>
            <p:nvPr/>
          </p:nvSpPr>
          <p:spPr>
            <a:xfrm>
              <a:off x="5058697" y="479964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6757399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25"/>
            <p:cNvSpPr/>
            <p:nvPr/>
          </p:nvSpPr>
          <p:spPr>
            <a:xfrm>
              <a:off x="6686976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25"/>
            <p:cNvSpPr/>
            <p:nvPr/>
          </p:nvSpPr>
          <p:spPr>
            <a:xfrm>
              <a:off x="6933454" y="47710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8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25"/>
            <p:cNvSpPr/>
            <p:nvPr/>
          </p:nvSpPr>
          <p:spPr>
            <a:xfrm>
              <a:off x="5549750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5"/>
            <p:cNvSpPr/>
            <p:nvPr/>
          </p:nvSpPr>
          <p:spPr>
            <a:xfrm>
              <a:off x="4641873" y="54187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25"/>
            <p:cNvSpPr/>
            <p:nvPr/>
          </p:nvSpPr>
          <p:spPr>
            <a:xfrm>
              <a:off x="6214004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5"/>
            <p:cNvSpPr/>
            <p:nvPr/>
          </p:nvSpPr>
          <p:spPr>
            <a:xfrm>
              <a:off x="6629877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9517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5"/>
            <p:cNvSpPr/>
            <p:nvPr/>
          </p:nvSpPr>
          <p:spPr>
            <a:xfrm>
              <a:off x="6066498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5"/>
            <p:cNvSpPr/>
            <p:nvPr/>
          </p:nvSpPr>
          <p:spPr>
            <a:xfrm>
              <a:off x="6556600" y="48301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5"/>
            <p:cNvSpPr/>
            <p:nvPr/>
          </p:nvSpPr>
          <p:spPr>
            <a:xfrm>
              <a:off x="6967714" y="46977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25"/>
            <p:cNvSpPr/>
            <p:nvPr/>
          </p:nvSpPr>
          <p:spPr>
            <a:xfrm>
              <a:off x="3519874" y="45100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5"/>
            <p:cNvSpPr/>
            <p:nvPr/>
          </p:nvSpPr>
          <p:spPr>
            <a:xfrm>
              <a:off x="4010927" y="459581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5"/>
            <p:cNvSpPr/>
            <p:nvPr/>
          </p:nvSpPr>
          <p:spPr>
            <a:xfrm>
              <a:off x="4556224" y="46624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25"/>
            <p:cNvSpPr/>
            <p:nvPr/>
          </p:nvSpPr>
          <p:spPr>
            <a:xfrm>
              <a:off x="4195548" y="5160644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1" name="Google Shape;661;p25"/>
          <p:cNvGrpSpPr/>
          <p:nvPr/>
        </p:nvGrpSpPr>
        <p:grpSpPr>
          <a:xfrm>
            <a:off x="3987866" y="1624349"/>
            <a:ext cx="130891" cy="2080723"/>
            <a:chOff x="10613232" y="952845"/>
            <a:chExt cx="48534" cy="771524"/>
          </a:xfrm>
        </p:grpSpPr>
        <p:grpSp>
          <p:nvGrpSpPr>
            <p:cNvPr id="662" name="Google Shape;662;p25"/>
            <p:cNvGrpSpPr/>
            <p:nvPr/>
          </p:nvGrpSpPr>
          <p:grpSpPr>
            <a:xfrm>
              <a:off x="10653202" y="952845"/>
              <a:ext cx="8564" cy="389572"/>
              <a:chOff x="9392527" y="1541145"/>
              <a:chExt cx="8564" cy="389572"/>
            </a:xfrm>
          </p:grpSpPr>
          <p:sp>
            <p:nvSpPr>
              <p:cNvPr id="663" name="Google Shape;663;p25"/>
              <p:cNvSpPr/>
              <p:nvPr/>
            </p:nvSpPr>
            <p:spPr>
              <a:xfrm>
                <a:off x="9392527" y="192595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25"/>
              <p:cNvSpPr/>
              <p:nvPr/>
            </p:nvSpPr>
            <p:spPr>
              <a:xfrm>
                <a:off x="9392527" y="1872614"/>
                <a:ext cx="8564" cy="37147"/>
              </a:xfrm>
              <a:custGeom>
                <a:rect b="b" l="l" r="r" t="t"/>
                <a:pathLst>
                  <a:path extrusionOk="0" h="37147" w="8564">
                    <a:moveTo>
                      <a:pt x="8565" y="37148"/>
                    </a:moveTo>
                    <a:lnTo>
                      <a:pt x="0" y="37148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8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25"/>
              <p:cNvSpPr/>
              <p:nvPr/>
            </p:nvSpPr>
            <p:spPr>
              <a:xfrm>
                <a:off x="9392527" y="1580197"/>
                <a:ext cx="8564" cy="257175"/>
              </a:xfrm>
              <a:custGeom>
                <a:rect b="b" l="l" r="r" t="t"/>
                <a:pathLst>
                  <a:path extrusionOk="0" h="257175" w="8564">
                    <a:moveTo>
                      <a:pt x="8565" y="257175"/>
                    </a:moveTo>
                    <a:lnTo>
                      <a:pt x="0" y="257175"/>
                    </a:lnTo>
                    <a:lnTo>
                      <a:pt x="0" y="247650"/>
                    </a:lnTo>
                    <a:lnTo>
                      <a:pt x="8565" y="247650"/>
                    </a:lnTo>
                    <a:lnTo>
                      <a:pt x="8565" y="257175"/>
                    </a:lnTo>
                    <a:close/>
                    <a:moveTo>
                      <a:pt x="8565" y="232410"/>
                    </a:moveTo>
                    <a:lnTo>
                      <a:pt x="0" y="232410"/>
                    </a:lnTo>
                    <a:lnTo>
                      <a:pt x="0" y="214313"/>
                    </a:lnTo>
                    <a:lnTo>
                      <a:pt x="8565" y="214313"/>
                    </a:lnTo>
                    <a:lnTo>
                      <a:pt x="8565" y="232410"/>
                    </a:lnTo>
                    <a:close/>
                    <a:moveTo>
                      <a:pt x="8565" y="203835"/>
                    </a:moveTo>
                    <a:lnTo>
                      <a:pt x="0" y="203835"/>
                    </a:lnTo>
                    <a:lnTo>
                      <a:pt x="0" y="194310"/>
                    </a:lnTo>
                    <a:lnTo>
                      <a:pt x="8565" y="194310"/>
                    </a:lnTo>
                    <a:lnTo>
                      <a:pt x="8565" y="203835"/>
                    </a:lnTo>
                    <a:close/>
                    <a:moveTo>
                      <a:pt x="8565" y="160020"/>
                    </a:moveTo>
                    <a:lnTo>
                      <a:pt x="0" y="160020"/>
                    </a:lnTo>
                    <a:lnTo>
                      <a:pt x="0" y="150495"/>
                    </a:lnTo>
                    <a:lnTo>
                      <a:pt x="8565" y="150495"/>
                    </a:lnTo>
                    <a:lnTo>
                      <a:pt x="8565" y="160020"/>
                    </a:lnTo>
                    <a:close/>
                    <a:moveTo>
                      <a:pt x="8565" y="134302"/>
                    </a:moveTo>
                    <a:lnTo>
                      <a:pt x="0" y="134302"/>
                    </a:lnTo>
                    <a:lnTo>
                      <a:pt x="0" y="116205"/>
                    </a:lnTo>
                    <a:lnTo>
                      <a:pt x="8565" y="116205"/>
                    </a:lnTo>
                    <a:lnTo>
                      <a:pt x="8565" y="134302"/>
                    </a:lnTo>
                    <a:close/>
                    <a:moveTo>
                      <a:pt x="8565" y="106680"/>
                    </a:moveTo>
                    <a:lnTo>
                      <a:pt x="0" y="106680"/>
                    </a:lnTo>
                    <a:lnTo>
                      <a:pt x="0" y="97155"/>
                    </a:lnTo>
                    <a:lnTo>
                      <a:pt x="8565" y="97155"/>
                    </a:lnTo>
                    <a:lnTo>
                      <a:pt x="8565" y="106680"/>
                    </a:lnTo>
                    <a:close/>
                    <a:moveTo>
                      <a:pt x="8565" y="62865"/>
                    </a:moveTo>
                    <a:lnTo>
                      <a:pt x="0" y="62865"/>
                    </a:lnTo>
                    <a:lnTo>
                      <a:pt x="0" y="53340"/>
                    </a:lnTo>
                    <a:lnTo>
                      <a:pt x="8565" y="53340"/>
                    </a:lnTo>
                    <a:lnTo>
                      <a:pt x="8565" y="62865"/>
                    </a:lnTo>
                    <a:close/>
                    <a:moveTo>
                      <a:pt x="8565" y="37147"/>
                    </a:moveTo>
                    <a:lnTo>
                      <a:pt x="0" y="37147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7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25"/>
              <p:cNvSpPr/>
              <p:nvPr/>
            </p:nvSpPr>
            <p:spPr>
              <a:xfrm>
                <a:off x="9392527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25"/>
            <p:cNvGrpSpPr/>
            <p:nvPr/>
          </p:nvGrpSpPr>
          <p:grpSpPr>
            <a:xfrm>
              <a:off x="10613232" y="956655"/>
              <a:ext cx="4758" cy="767714"/>
              <a:chOff x="9352557" y="1544955"/>
              <a:chExt cx="4758" cy="767714"/>
            </a:xfrm>
          </p:grpSpPr>
          <p:sp>
            <p:nvSpPr>
              <p:cNvPr id="668" name="Google Shape;668;p25"/>
              <p:cNvSpPr/>
              <p:nvPr/>
            </p:nvSpPr>
            <p:spPr>
              <a:xfrm>
                <a:off x="9352557" y="2310765"/>
                <a:ext cx="4758" cy="1904"/>
              </a:xfrm>
              <a:custGeom>
                <a:rect b="b" l="l" r="r" t="t"/>
                <a:pathLst>
                  <a:path extrusionOk="0" h="1904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25"/>
              <p:cNvSpPr/>
              <p:nvPr/>
            </p:nvSpPr>
            <p:spPr>
              <a:xfrm>
                <a:off x="9352557" y="2290762"/>
                <a:ext cx="4758" cy="18097"/>
              </a:xfrm>
              <a:custGeom>
                <a:rect b="b" l="l" r="r" t="t"/>
                <a:pathLst>
                  <a:path extrusionOk="0" h="18097" w="4758">
                    <a:moveTo>
                      <a:pt x="4758" y="18097"/>
                    </a:moveTo>
                    <a:lnTo>
                      <a:pt x="0" y="18097"/>
                    </a:lnTo>
                    <a:lnTo>
                      <a:pt x="0" y="14288"/>
                    </a:lnTo>
                    <a:lnTo>
                      <a:pt x="4758" y="14288"/>
                    </a:lnTo>
                    <a:lnTo>
                      <a:pt x="4758" y="18097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25"/>
              <p:cNvSpPr/>
              <p:nvPr/>
            </p:nvSpPr>
            <p:spPr>
              <a:xfrm>
                <a:off x="9352557" y="1553527"/>
                <a:ext cx="4758" cy="729614"/>
              </a:xfrm>
              <a:custGeom>
                <a:rect b="b" l="l" r="r" t="t"/>
                <a:pathLst>
                  <a:path extrusionOk="0" h="729614" w="4758">
                    <a:moveTo>
                      <a:pt x="4758" y="729615"/>
                    </a:moveTo>
                    <a:lnTo>
                      <a:pt x="0" y="729615"/>
                    </a:lnTo>
                    <a:lnTo>
                      <a:pt x="0" y="725805"/>
                    </a:lnTo>
                    <a:lnTo>
                      <a:pt x="4758" y="725805"/>
                    </a:lnTo>
                    <a:lnTo>
                      <a:pt x="4758" y="729615"/>
                    </a:lnTo>
                    <a:close/>
                    <a:moveTo>
                      <a:pt x="4758" y="723900"/>
                    </a:moveTo>
                    <a:lnTo>
                      <a:pt x="0" y="723900"/>
                    </a:lnTo>
                    <a:lnTo>
                      <a:pt x="0" y="720090"/>
                    </a:lnTo>
                    <a:lnTo>
                      <a:pt x="4758" y="720090"/>
                    </a:lnTo>
                    <a:lnTo>
                      <a:pt x="4758" y="723900"/>
                    </a:lnTo>
                    <a:close/>
                    <a:moveTo>
                      <a:pt x="4758" y="708660"/>
                    </a:moveTo>
                    <a:lnTo>
                      <a:pt x="0" y="708660"/>
                    </a:lnTo>
                    <a:lnTo>
                      <a:pt x="0" y="703898"/>
                    </a:lnTo>
                    <a:lnTo>
                      <a:pt x="4758" y="703898"/>
                    </a:lnTo>
                    <a:lnTo>
                      <a:pt x="4758" y="708660"/>
                    </a:lnTo>
                    <a:close/>
                    <a:moveTo>
                      <a:pt x="4758" y="698183"/>
                    </a:moveTo>
                    <a:lnTo>
                      <a:pt x="0" y="698183"/>
                    </a:lnTo>
                    <a:lnTo>
                      <a:pt x="0" y="694373"/>
                    </a:lnTo>
                    <a:lnTo>
                      <a:pt x="4758" y="694373"/>
                    </a:lnTo>
                    <a:lnTo>
                      <a:pt x="4758" y="698183"/>
                    </a:lnTo>
                    <a:close/>
                    <a:moveTo>
                      <a:pt x="4758" y="691515"/>
                    </a:moveTo>
                    <a:lnTo>
                      <a:pt x="0" y="691515"/>
                    </a:lnTo>
                    <a:lnTo>
                      <a:pt x="0" y="687705"/>
                    </a:lnTo>
                    <a:lnTo>
                      <a:pt x="4758" y="687705"/>
                    </a:lnTo>
                    <a:lnTo>
                      <a:pt x="4758" y="691515"/>
                    </a:lnTo>
                    <a:close/>
                    <a:moveTo>
                      <a:pt x="4758" y="676275"/>
                    </a:moveTo>
                    <a:lnTo>
                      <a:pt x="0" y="676275"/>
                    </a:lnTo>
                    <a:lnTo>
                      <a:pt x="0" y="672465"/>
                    </a:lnTo>
                    <a:lnTo>
                      <a:pt x="4758" y="672465"/>
                    </a:lnTo>
                    <a:lnTo>
                      <a:pt x="4758" y="676275"/>
                    </a:lnTo>
                    <a:close/>
                    <a:moveTo>
                      <a:pt x="4758" y="665798"/>
                    </a:moveTo>
                    <a:lnTo>
                      <a:pt x="0" y="665798"/>
                    </a:lnTo>
                    <a:lnTo>
                      <a:pt x="0" y="661988"/>
                    </a:lnTo>
                    <a:lnTo>
                      <a:pt x="4758" y="661988"/>
                    </a:lnTo>
                    <a:lnTo>
                      <a:pt x="4758" y="665798"/>
                    </a:lnTo>
                    <a:close/>
                    <a:moveTo>
                      <a:pt x="4758" y="659130"/>
                    </a:moveTo>
                    <a:lnTo>
                      <a:pt x="0" y="659130"/>
                    </a:lnTo>
                    <a:lnTo>
                      <a:pt x="0" y="655320"/>
                    </a:lnTo>
                    <a:lnTo>
                      <a:pt x="4758" y="655320"/>
                    </a:lnTo>
                    <a:lnTo>
                      <a:pt x="4758" y="659130"/>
                    </a:lnTo>
                    <a:close/>
                    <a:moveTo>
                      <a:pt x="4758" y="644843"/>
                    </a:moveTo>
                    <a:lnTo>
                      <a:pt x="0" y="644843"/>
                    </a:lnTo>
                    <a:lnTo>
                      <a:pt x="0" y="641033"/>
                    </a:lnTo>
                    <a:lnTo>
                      <a:pt x="4758" y="641033"/>
                    </a:lnTo>
                    <a:lnTo>
                      <a:pt x="4758" y="644843"/>
                    </a:lnTo>
                    <a:close/>
                    <a:moveTo>
                      <a:pt x="4758" y="633413"/>
                    </a:moveTo>
                    <a:lnTo>
                      <a:pt x="0" y="633413"/>
                    </a:lnTo>
                    <a:lnTo>
                      <a:pt x="0" y="629603"/>
                    </a:lnTo>
                    <a:lnTo>
                      <a:pt x="4758" y="629603"/>
                    </a:lnTo>
                    <a:lnTo>
                      <a:pt x="4758" y="633413"/>
                    </a:lnTo>
                    <a:close/>
                    <a:moveTo>
                      <a:pt x="4758" y="627698"/>
                    </a:moveTo>
                    <a:lnTo>
                      <a:pt x="0" y="627698"/>
                    </a:lnTo>
                    <a:lnTo>
                      <a:pt x="0" y="623888"/>
                    </a:lnTo>
                    <a:lnTo>
                      <a:pt x="4758" y="623888"/>
                    </a:lnTo>
                    <a:lnTo>
                      <a:pt x="4758" y="627698"/>
                    </a:lnTo>
                    <a:close/>
                    <a:moveTo>
                      <a:pt x="4758" y="612458"/>
                    </a:moveTo>
                    <a:lnTo>
                      <a:pt x="0" y="612458"/>
                    </a:lnTo>
                    <a:lnTo>
                      <a:pt x="0" y="608648"/>
                    </a:lnTo>
                    <a:lnTo>
                      <a:pt x="4758" y="608648"/>
                    </a:lnTo>
                    <a:lnTo>
                      <a:pt x="4758" y="612458"/>
                    </a:lnTo>
                    <a:close/>
                    <a:moveTo>
                      <a:pt x="4758" y="601980"/>
                    </a:moveTo>
                    <a:lnTo>
                      <a:pt x="0" y="601980"/>
                    </a:lnTo>
                    <a:lnTo>
                      <a:pt x="0" y="598170"/>
                    </a:lnTo>
                    <a:lnTo>
                      <a:pt x="4758" y="598170"/>
                    </a:lnTo>
                    <a:lnTo>
                      <a:pt x="4758" y="601980"/>
                    </a:lnTo>
                    <a:close/>
                    <a:moveTo>
                      <a:pt x="4758" y="595313"/>
                    </a:moveTo>
                    <a:lnTo>
                      <a:pt x="0" y="595313"/>
                    </a:lnTo>
                    <a:lnTo>
                      <a:pt x="0" y="591503"/>
                    </a:lnTo>
                    <a:lnTo>
                      <a:pt x="4758" y="591503"/>
                    </a:lnTo>
                    <a:lnTo>
                      <a:pt x="4758" y="595313"/>
                    </a:lnTo>
                    <a:close/>
                    <a:moveTo>
                      <a:pt x="4758" y="580073"/>
                    </a:moveTo>
                    <a:lnTo>
                      <a:pt x="0" y="580073"/>
                    </a:lnTo>
                    <a:lnTo>
                      <a:pt x="0" y="576263"/>
                    </a:lnTo>
                    <a:lnTo>
                      <a:pt x="4758" y="576263"/>
                    </a:lnTo>
                    <a:lnTo>
                      <a:pt x="4758" y="580073"/>
                    </a:lnTo>
                    <a:close/>
                    <a:moveTo>
                      <a:pt x="4758" y="569595"/>
                    </a:moveTo>
                    <a:lnTo>
                      <a:pt x="0" y="569595"/>
                    </a:lnTo>
                    <a:lnTo>
                      <a:pt x="0" y="565785"/>
                    </a:lnTo>
                    <a:lnTo>
                      <a:pt x="4758" y="565785"/>
                    </a:lnTo>
                    <a:lnTo>
                      <a:pt x="4758" y="569595"/>
                    </a:lnTo>
                    <a:close/>
                    <a:moveTo>
                      <a:pt x="4758" y="562928"/>
                    </a:moveTo>
                    <a:lnTo>
                      <a:pt x="0" y="562928"/>
                    </a:lnTo>
                    <a:lnTo>
                      <a:pt x="0" y="559118"/>
                    </a:lnTo>
                    <a:lnTo>
                      <a:pt x="4758" y="559118"/>
                    </a:lnTo>
                    <a:lnTo>
                      <a:pt x="4758" y="562928"/>
                    </a:lnTo>
                    <a:close/>
                    <a:moveTo>
                      <a:pt x="4758" y="548640"/>
                    </a:moveTo>
                    <a:lnTo>
                      <a:pt x="0" y="548640"/>
                    </a:lnTo>
                    <a:lnTo>
                      <a:pt x="0" y="544830"/>
                    </a:lnTo>
                    <a:lnTo>
                      <a:pt x="4758" y="544830"/>
                    </a:lnTo>
                    <a:lnTo>
                      <a:pt x="4758" y="548640"/>
                    </a:lnTo>
                    <a:close/>
                    <a:moveTo>
                      <a:pt x="4758" y="538163"/>
                    </a:moveTo>
                    <a:lnTo>
                      <a:pt x="0" y="538163"/>
                    </a:lnTo>
                    <a:lnTo>
                      <a:pt x="0" y="534353"/>
                    </a:lnTo>
                    <a:lnTo>
                      <a:pt x="4758" y="534353"/>
                    </a:lnTo>
                    <a:lnTo>
                      <a:pt x="4758" y="538163"/>
                    </a:lnTo>
                    <a:close/>
                    <a:moveTo>
                      <a:pt x="4758" y="531495"/>
                    </a:moveTo>
                    <a:lnTo>
                      <a:pt x="0" y="531495"/>
                    </a:lnTo>
                    <a:lnTo>
                      <a:pt x="0" y="527685"/>
                    </a:lnTo>
                    <a:lnTo>
                      <a:pt x="4758" y="527685"/>
                    </a:lnTo>
                    <a:lnTo>
                      <a:pt x="4758" y="531495"/>
                    </a:lnTo>
                    <a:close/>
                    <a:moveTo>
                      <a:pt x="4758" y="516255"/>
                    </a:moveTo>
                    <a:lnTo>
                      <a:pt x="0" y="516255"/>
                    </a:lnTo>
                    <a:lnTo>
                      <a:pt x="0" y="512445"/>
                    </a:lnTo>
                    <a:lnTo>
                      <a:pt x="4758" y="512445"/>
                    </a:lnTo>
                    <a:lnTo>
                      <a:pt x="4758" y="516255"/>
                    </a:lnTo>
                    <a:close/>
                    <a:moveTo>
                      <a:pt x="4758" y="505778"/>
                    </a:moveTo>
                    <a:lnTo>
                      <a:pt x="0" y="505778"/>
                    </a:lnTo>
                    <a:lnTo>
                      <a:pt x="0" y="501968"/>
                    </a:lnTo>
                    <a:lnTo>
                      <a:pt x="4758" y="501968"/>
                    </a:lnTo>
                    <a:lnTo>
                      <a:pt x="4758" y="505778"/>
                    </a:lnTo>
                    <a:close/>
                    <a:moveTo>
                      <a:pt x="4758" y="499110"/>
                    </a:moveTo>
                    <a:lnTo>
                      <a:pt x="0" y="499110"/>
                    </a:lnTo>
                    <a:lnTo>
                      <a:pt x="0" y="495300"/>
                    </a:lnTo>
                    <a:lnTo>
                      <a:pt x="4758" y="495300"/>
                    </a:lnTo>
                    <a:lnTo>
                      <a:pt x="4758" y="499110"/>
                    </a:lnTo>
                    <a:close/>
                    <a:moveTo>
                      <a:pt x="4758" y="484823"/>
                    </a:moveTo>
                    <a:lnTo>
                      <a:pt x="0" y="484823"/>
                    </a:lnTo>
                    <a:lnTo>
                      <a:pt x="0" y="481013"/>
                    </a:lnTo>
                    <a:lnTo>
                      <a:pt x="4758" y="481013"/>
                    </a:lnTo>
                    <a:lnTo>
                      <a:pt x="4758" y="484823"/>
                    </a:lnTo>
                    <a:close/>
                    <a:moveTo>
                      <a:pt x="4758" y="473393"/>
                    </a:moveTo>
                    <a:lnTo>
                      <a:pt x="0" y="473393"/>
                    </a:lnTo>
                    <a:lnTo>
                      <a:pt x="0" y="469583"/>
                    </a:lnTo>
                    <a:lnTo>
                      <a:pt x="4758" y="469583"/>
                    </a:lnTo>
                    <a:lnTo>
                      <a:pt x="4758" y="473393"/>
                    </a:lnTo>
                    <a:close/>
                    <a:moveTo>
                      <a:pt x="4758" y="467678"/>
                    </a:moveTo>
                    <a:lnTo>
                      <a:pt x="0" y="467678"/>
                    </a:lnTo>
                    <a:lnTo>
                      <a:pt x="0" y="463868"/>
                    </a:lnTo>
                    <a:lnTo>
                      <a:pt x="4758" y="463868"/>
                    </a:lnTo>
                    <a:lnTo>
                      <a:pt x="4758" y="467678"/>
                    </a:lnTo>
                    <a:close/>
                    <a:moveTo>
                      <a:pt x="4758" y="452438"/>
                    </a:moveTo>
                    <a:lnTo>
                      <a:pt x="0" y="452438"/>
                    </a:lnTo>
                    <a:lnTo>
                      <a:pt x="0" y="448628"/>
                    </a:lnTo>
                    <a:lnTo>
                      <a:pt x="4758" y="448628"/>
                    </a:lnTo>
                    <a:lnTo>
                      <a:pt x="4758" y="452438"/>
                    </a:lnTo>
                    <a:close/>
                    <a:moveTo>
                      <a:pt x="4758" y="441960"/>
                    </a:moveTo>
                    <a:lnTo>
                      <a:pt x="0" y="441960"/>
                    </a:lnTo>
                    <a:lnTo>
                      <a:pt x="0" y="437198"/>
                    </a:lnTo>
                    <a:lnTo>
                      <a:pt x="4758" y="437198"/>
                    </a:lnTo>
                    <a:lnTo>
                      <a:pt x="4758" y="441960"/>
                    </a:lnTo>
                    <a:close/>
                    <a:moveTo>
                      <a:pt x="4758" y="435293"/>
                    </a:moveTo>
                    <a:lnTo>
                      <a:pt x="0" y="435293"/>
                    </a:lnTo>
                    <a:lnTo>
                      <a:pt x="0" y="431483"/>
                    </a:lnTo>
                    <a:lnTo>
                      <a:pt x="4758" y="431483"/>
                    </a:lnTo>
                    <a:lnTo>
                      <a:pt x="4758" y="435293"/>
                    </a:lnTo>
                    <a:close/>
                    <a:moveTo>
                      <a:pt x="4758" y="420053"/>
                    </a:moveTo>
                    <a:lnTo>
                      <a:pt x="0" y="420053"/>
                    </a:lnTo>
                    <a:lnTo>
                      <a:pt x="0" y="416243"/>
                    </a:lnTo>
                    <a:lnTo>
                      <a:pt x="4758" y="416243"/>
                    </a:lnTo>
                    <a:lnTo>
                      <a:pt x="4758" y="420053"/>
                    </a:lnTo>
                    <a:close/>
                    <a:moveTo>
                      <a:pt x="4758" y="409575"/>
                    </a:moveTo>
                    <a:lnTo>
                      <a:pt x="0" y="409575"/>
                    </a:lnTo>
                    <a:lnTo>
                      <a:pt x="0" y="405765"/>
                    </a:lnTo>
                    <a:lnTo>
                      <a:pt x="4758" y="405765"/>
                    </a:lnTo>
                    <a:lnTo>
                      <a:pt x="4758" y="409575"/>
                    </a:lnTo>
                    <a:close/>
                    <a:moveTo>
                      <a:pt x="4758" y="402908"/>
                    </a:moveTo>
                    <a:lnTo>
                      <a:pt x="0" y="402908"/>
                    </a:lnTo>
                    <a:lnTo>
                      <a:pt x="0" y="399098"/>
                    </a:lnTo>
                    <a:lnTo>
                      <a:pt x="4758" y="399098"/>
                    </a:lnTo>
                    <a:lnTo>
                      <a:pt x="4758" y="402908"/>
                    </a:lnTo>
                    <a:close/>
                    <a:moveTo>
                      <a:pt x="4758" y="388620"/>
                    </a:moveTo>
                    <a:lnTo>
                      <a:pt x="0" y="388620"/>
                    </a:lnTo>
                    <a:lnTo>
                      <a:pt x="0" y="384810"/>
                    </a:lnTo>
                    <a:lnTo>
                      <a:pt x="4758" y="384810"/>
                    </a:lnTo>
                    <a:lnTo>
                      <a:pt x="4758" y="388620"/>
                    </a:lnTo>
                    <a:close/>
                    <a:moveTo>
                      <a:pt x="4758" y="377190"/>
                    </a:moveTo>
                    <a:lnTo>
                      <a:pt x="0" y="377190"/>
                    </a:lnTo>
                    <a:lnTo>
                      <a:pt x="0" y="373380"/>
                    </a:lnTo>
                    <a:lnTo>
                      <a:pt x="4758" y="373380"/>
                    </a:lnTo>
                    <a:lnTo>
                      <a:pt x="4758" y="377190"/>
                    </a:lnTo>
                    <a:close/>
                    <a:moveTo>
                      <a:pt x="4758" y="371475"/>
                    </a:moveTo>
                    <a:lnTo>
                      <a:pt x="0" y="371475"/>
                    </a:lnTo>
                    <a:lnTo>
                      <a:pt x="0" y="367665"/>
                    </a:lnTo>
                    <a:lnTo>
                      <a:pt x="4758" y="367665"/>
                    </a:lnTo>
                    <a:lnTo>
                      <a:pt x="4758" y="371475"/>
                    </a:lnTo>
                    <a:close/>
                    <a:moveTo>
                      <a:pt x="4758" y="356235"/>
                    </a:moveTo>
                    <a:lnTo>
                      <a:pt x="0" y="356235"/>
                    </a:lnTo>
                    <a:lnTo>
                      <a:pt x="0" y="352425"/>
                    </a:lnTo>
                    <a:lnTo>
                      <a:pt x="4758" y="352425"/>
                    </a:lnTo>
                    <a:lnTo>
                      <a:pt x="4758" y="356235"/>
                    </a:lnTo>
                    <a:close/>
                    <a:moveTo>
                      <a:pt x="4758" y="345758"/>
                    </a:moveTo>
                    <a:lnTo>
                      <a:pt x="0" y="345758"/>
                    </a:lnTo>
                    <a:lnTo>
                      <a:pt x="0" y="341948"/>
                    </a:lnTo>
                    <a:lnTo>
                      <a:pt x="4758" y="341948"/>
                    </a:lnTo>
                    <a:lnTo>
                      <a:pt x="4758" y="345758"/>
                    </a:lnTo>
                    <a:close/>
                    <a:moveTo>
                      <a:pt x="4758" y="339090"/>
                    </a:moveTo>
                    <a:lnTo>
                      <a:pt x="0" y="339090"/>
                    </a:lnTo>
                    <a:lnTo>
                      <a:pt x="0" y="335280"/>
                    </a:lnTo>
                    <a:lnTo>
                      <a:pt x="4758" y="335280"/>
                    </a:lnTo>
                    <a:lnTo>
                      <a:pt x="4758" y="339090"/>
                    </a:lnTo>
                    <a:close/>
                    <a:moveTo>
                      <a:pt x="4758" y="323850"/>
                    </a:moveTo>
                    <a:lnTo>
                      <a:pt x="0" y="323850"/>
                    </a:lnTo>
                    <a:lnTo>
                      <a:pt x="0" y="320040"/>
                    </a:lnTo>
                    <a:lnTo>
                      <a:pt x="4758" y="320040"/>
                    </a:lnTo>
                    <a:lnTo>
                      <a:pt x="4758" y="323850"/>
                    </a:lnTo>
                    <a:close/>
                    <a:moveTo>
                      <a:pt x="4758" y="313373"/>
                    </a:moveTo>
                    <a:lnTo>
                      <a:pt x="0" y="313373"/>
                    </a:lnTo>
                    <a:lnTo>
                      <a:pt x="0" y="309563"/>
                    </a:lnTo>
                    <a:lnTo>
                      <a:pt x="4758" y="309563"/>
                    </a:lnTo>
                    <a:lnTo>
                      <a:pt x="4758" y="313373"/>
                    </a:lnTo>
                    <a:close/>
                    <a:moveTo>
                      <a:pt x="4758" y="307658"/>
                    </a:moveTo>
                    <a:lnTo>
                      <a:pt x="0" y="307658"/>
                    </a:lnTo>
                    <a:lnTo>
                      <a:pt x="0" y="303848"/>
                    </a:lnTo>
                    <a:lnTo>
                      <a:pt x="4758" y="303848"/>
                    </a:lnTo>
                    <a:lnTo>
                      <a:pt x="4758" y="307658"/>
                    </a:lnTo>
                    <a:close/>
                    <a:moveTo>
                      <a:pt x="4758" y="292418"/>
                    </a:moveTo>
                    <a:lnTo>
                      <a:pt x="0" y="292418"/>
                    </a:lnTo>
                    <a:lnTo>
                      <a:pt x="0" y="288608"/>
                    </a:lnTo>
                    <a:lnTo>
                      <a:pt x="4758" y="288608"/>
                    </a:lnTo>
                    <a:lnTo>
                      <a:pt x="4758" y="292418"/>
                    </a:lnTo>
                    <a:close/>
                    <a:moveTo>
                      <a:pt x="4758" y="281940"/>
                    </a:moveTo>
                    <a:lnTo>
                      <a:pt x="0" y="281940"/>
                    </a:lnTo>
                    <a:lnTo>
                      <a:pt x="0" y="278130"/>
                    </a:lnTo>
                    <a:lnTo>
                      <a:pt x="4758" y="278130"/>
                    </a:lnTo>
                    <a:lnTo>
                      <a:pt x="4758" y="281940"/>
                    </a:lnTo>
                    <a:close/>
                    <a:moveTo>
                      <a:pt x="4758" y="275273"/>
                    </a:moveTo>
                    <a:lnTo>
                      <a:pt x="0" y="275273"/>
                    </a:lnTo>
                    <a:lnTo>
                      <a:pt x="0" y="271463"/>
                    </a:lnTo>
                    <a:lnTo>
                      <a:pt x="4758" y="271463"/>
                    </a:lnTo>
                    <a:lnTo>
                      <a:pt x="4758" y="275273"/>
                    </a:lnTo>
                    <a:close/>
                    <a:moveTo>
                      <a:pt x="4758" y="260033"/>
                    </a:moveTo>
                    <a:lnTo>
                      <a:pt x="0" y="260033"/>
                    </a:lnTo>
                    <a:lnTo>
                      <a:pt x="0" y="256223"/>
                    </a:lnTo>
                    <a:lnTo>
                      <a:pt x="4758" y="256223"/>
                    </a:lnTo>
                    <a:lnTo>
                      <a:pt x="4758" y="260033"/>
                    </a:lnTo>
                    <a:close/>
                    <a:moveTo>
                      <a:pt x="4758" y="249555"/>
                    </a:moveTo>
                    <a:lnTo>
                      <a:pt x="0" y="249555"/>
                    </a:lnTo>
                    <a:lnTo>
                      <a:pt x="0" y="245745"/>
                    </a:lnTo>
                    <a:lnTo>
                      <a:pt x="4758" y="245745"/>
                    </a:lnTo>
                    <a:lnTo>
                      <a:pt x="4758" y="249555"/>
                    </a:lnTo>
                    <a:close/>
                    <a:moveTo>
                      <a:pt x="4758" y="242888"/>
                    </a:moveTo>
                    <a:lnTo>
                      <a:pt x="0" y="242888"/>
                    </a:lnTo>
                    <a:lnTo>
                      <a:pt x="0" y="239077"/>
                    </a:lnTo>
                    <a:lnTo>
                      <a:pt x="4758" y="239077"/>
                    </a:lnTo>
                    <a:lnTo>
                      <a:pt x="4758" y="242888"/>
                    </a:lnTo>
                    <a:close/>
                    <a:moveTo>
                      <a:pt x="4758" y="228600"/>
                    </a:moveTo>
                    <a:lnTo>
                      <a:pt x="0" y="228600"/>
                    </a:lnTo>
                    <a:lnTo>
                      <a:pt x="0" y="224790"/>
                    </a:lnTo>
                    <a:lnTo>
                      <a:pt x="4758" y="224790"/>
                    </a:lnTo>
                    <a:lnTo>
                      <a:pt x="4758" y="228600"/>
                    </a:lnTo>
                    <a:close/>
                    <a:moveTo>
                      <a:pt x="4758" y="217170"/>
                    </a:moveTo>
                    <a:lnTo>
                      <a:pt x="0" y="217170"/>
                    </a:lnTo>
                    <a:lnTo>
                      <a:pt x="0" y="213360"/>
                    </a:lnTo>
                    <a:lnTo>
                      <a:pt x="4758" y="213360"/>
                    </a:lnTo>
                    <a:lnTo>
                      <a:pt x="4758" y="217170"/>
                    </a:lnTo>
                    <a:close/>
                    <a:moveTo>
                      <a:pt x="4758" y="211455"/>
                    </a:moveTo>
                    <a:lnTo>
                      <a:pt x="0" y="211455"/>
                    </a:lnTo>
                    <a:lnTo>
                      <a:pt x="0" y="207645"/>
                    </a:lnTo>
                    <a:lnTo>
                      <a:pt x="4758" y="207645"/>
                    </a:lnTo>
                    <a:lnTo>
                      <a:pt x="4758" y="211455"/>
                    </a:lnTo>
                    <a:close/>
                    <a:moveTo>
                      <a:pt x="4758" y="196215"/>
                    </a:moveTo>
                    <a:lnTo>
                      <a:pt x="0" y="196215"/>
                    </a:lnTo>
                    <a:lnTo>
                      <a:pt x="0" y="192405"/>
                    </a:lnTo>
                    <a:lnTo>
                      <a:pt x="4758" y="192405"/>
                    </a:lnTo>
                    <a:lnTo>
                      <a:pt x="4758" y="196215"/>
                    </a:lnTo>
                    <a:close/>
                    <a:moveTo>
                      <a:pt x="4758" y="185738"/>
                    </a:moveTo>
                    <a:lnTo>
                      <a:pt x="0" y="185738"/>
                    </a:lnTo>
                    <a:lnTo>
                      <a:pt x="0" y="181927"/>
                    </a:lnTo>
                    <a:lnTo>
                      <a:pt x="4758" y="181927"/>
                    </a:lnTo>
                    <a:lnTo>
                      <a:pt x="4758" y="185738"/>
                    </a:lnTo>
                    <a:close/>
                    <a:moveTo>
                      <a:pt x="4758" y="179070"/>
                    </a:moveTo>
                    <a:lnTo>
                      <a:pt x="0" y="179070"/>
                    </a:lnTo>
                    <a:lnTo>
                      <a:pt x="0" y="175260"/>
                    </a:lnTo>
                    <a:lnTo>
                      <a:pt x="4758" y="175260"/>
                    </a:lnTo>
                    <a:lnTo>
                      <a:pt x="4758" y="179070"/>
                    </a:lnTo>
                    <a:close/>
                    <a:moveTo>
                      <a:pt x="4758" y="163830"/>
                    </a:moveTo>
                    <a:lnTo>
                      <a:pt x="0" y="163830"/>
                    </a:lnTo>
                    <a:lnTo>
                      <a:pt x="0" y="160020"/>
                    </a:lnTo>
                    <a:lnTo>
                      <a:pt x="4758" y="160020"/>
                    </a:lnTo>
                    <a:lnTo>
                      <a:pt x="4758" y="163830"/>
                    </a:lnTo>
                    <a:close/>
                    <a:moveTo>
                      <a:pt x="4758" y="153352"/>
                    </a:moveTo>
                    <a:lnTo>
                      <a:pt x="0" y="153352"/>
                    </a:lnTo>
                    <a:lnTo>
                      <a:pt x="0" y="149543"/>
                    </a:lnTo>
                    <a:lnTo>
                      <a:pt x="4758" y="149543"/>
                    </a:lnTo>
                    <a:lnTo>
                      <a:pt x="4758" y="153352"/>
                    </a:lnTo>
                    <a:close/>
                    <a:moveTo>
                      <a:pt x="4758" y="146685"/>
                    </a:moveTo>
                    <a:lnTo>
                      <a:pt x="0" y="146685"/>
                    </a:lnTo>
                    <a:lnTo>
                      <a:pt x="0" y="142875"/>
                    </a:lnTo>
                    <a:lnTo>
                      <a:pt x="4758" y="142875"/>
                    </a:lnTo>
                    <a:lnTo>
                      <a:pt x="4758" y="146685"/>
                    </a:lnTo>
                    <a:close/>
                    <a:moveTo>
                      <a:pt x="4758" y="132398"/>
                    </a:moveTo>
                    <a:lnTo>
                      <a:pt x="0" y="132398"/>
                    </a:lnTo>
                    <a:lnTo>
                      <a:pt x="0" y="128588"/>
                    </a:lnTo>
                    <a:lnTo>
                      <a:pt x="4758" y="128588"/>
                    </a:lnTo>
                    <a:lnTo>
                      <a:pt x="4758" y="132398"/>
                    </a:lnTo>
                    <a:close/>
                    <a:moveTo>
                      <a:pt x="4758" y="121920"/>
                    </a:moveTo>
                    <a:lnTo>
                      <a:pt x="0" y="121920"/>
                    </a:lnTo>
                    <a:lnTo>
                      <a:pt x="0" y="118110"/>
                    </a:lnTo>
                    <a:lnTo>
                      <a:pt x="4758" y="118110"/>
                    </a:lnTo>
                    <a:lnTo>
                      <a:pt x="4758" y="121920"/>
                    </a:lnTo>
                    <a:close/>
                    <a:moveTo>
                      <a:pt x="4758" y="115252"/>
                    </a:moveTo>
                    <a:lnTo>
                      <a:pt x="0" y="115252"/>
                    </a:lnTo>
                    <a:lnTo>
                      <a:pt x="0" y="111443"/>
                    </a:lnTo>
                    <a:lnTo>
                      <a:pt x="4758" y="111443"/>
                    </a:lnTo>
                    <a:lnTo>
                      <a:pt x="4758" y="115252"/>
                    </a:lnTo>
                    <a:close/>
                    <a:moveTo>
                      <a:pt x="4758" y="100013"/>
                    </a:moveTo>
                    <a:lnTo>
                      <a:pt x="0" y="100013"/>
                    </a:lnTo>
                    <a:lnTo>
                      <a:pt x="0" y="96203"/>
                    </a:lnTo>
                    <a:lnTo>
                      <a:pt x="4758" y="96203"/>
                    </a:lnTo>
                    <a:lnTo>
                      <a:pt x="4758" y="100013"/>
                    </a:lnTo>
                    <a:close/>
                    <a:moveTo>
                      <a:pt x="4758" y="89535"/>
                    </a:moveTo>
                    <a:lnTo>
                      <a:pt x="0" y="89535"/>
                    </a:lnTo>
                    <a:lnTo>
                      <a:pt x="0" y="84773"/>
                    </a:lnTo>
                    <a:lnTo>
                      <a:pt x="4758" y="84773"/>
                    </a:lnTo>
                    <a:lnTo>
                      <a:pt x="4758" y="89535"/>
                    </a:lnTo>
                    <a:close/>
                    <a:moveTo>
                      <a:pt x="4758" y="82868"/>
                    </a:moveTo>
                    <a:lnTo>
                      <a:pt x="0" y="82868"/>
                    </a:lnTo>
                    <a:lnTo>
                      <a:pt x="0" y="79058"/>
                    </a:lnTo>
                    <a:lnTo>
                      <a:pt x="4758" y="79058"/>
                    </a:lnTo>
                    <a:lnTo>
                      <a:pt x="4758" y="82868"/>
                    </a:lnTo>
                    <a:close/>
                    <a:moveTo>
                      <a:pt x="4758" y="67628"/>
                    </a:moveTo>
                    <a:lnTo>
                      <a:pt x="0" y="67628"/>
                    </a:lnTo>
                    <a:lnTo>
                      <a:pt x="0" y="63818"/>
                    </a:lnTo>
                    <a:lnTo>
                      <a:pt x="4758" y="63818"/>
                    </a:lnTo>
                    <a:lnTo>
                      <a:pt x="4758" y="67628"/>
                    </a:lnTo>
                    <a:close/>
                    <a:moveTo>
                      <a:pt x="4758" y="57150"/>
                    </a:moveTo>
                    <a:lnTo>
                      <a:pt x="0" y="57150"/>
                    </a:lnTo>
                    <a:lnTo>
                      <a:pt x="0" y="53340"/>
                    </a:lnTo>
                    <a:lnTo>
                      <a:pt x="4758" y="53340"/>
                    </a:lnTo>
                    <a:lnTo>
                      <a:pt x="4758" y="57150"/>
                    </a:lnTo>
                    <a:close/>
                    <a:moveTo>
                      <a:pt x="4758" y="51435"/>
                    </a:moveTo>
                    <a:lnTo>
                      <a:pt x="0" y="51435"/>
                    </a:lnTo>
                    <a:lnTo>
                      <a:pt x="0" y="46673"/>
                    </a:lnTo>
                    <a:lnTo>
                      <a:pt x="4758" y="46673"/>
                    </a:lnTo>
                    <a:lnTo>
                      <a:pt x="4758" y="51435"/>
                    </a:lnTo>
                    <a:close/>
                    <a:moveTo>
                      <a:pt x="4758" y="36195"/>
                    </a:moveTo>
                    <a:lnTo>
                      <a:pt x="0" y="36195"/>
                    </a:lnTo>
                    <a:lnTo>
                      <a:pt x="0" y="32385"/>
                    </a:lnTo>
                    <a:lnTo>
                      <a:pt x="4758" y="32385"/>
                    </a:lnTo>
                    <a:lnTo>
                      <a:pt x="4758" y="36195"/>
                    </a:lnTo>
                    <a:close/>
                    <a:moveTo>
                      <a:pt x="4758" y="25718"/>
                    </a:moveTo>
                    <a:lnTo>
                      <a:pt x="0" y="25718"/>
                    </a:lnTo>
                    <a:lnTo>
                      <a:pt x="0" y="21908"/>
                    </a:lnTo>
                    <a:lnTo>
                      <a:pt x="4758" y="21908"/>
                    </a:lnTo>
                    <a:lnTo>
                      <a:pt x="4758" y="25718"/>
                    </a:lnTo>
                    <a:close/>
                    <a:moveTo>
                      <a:pt x="4758" y="19050"/>
                    </a:moveTo>
                    <a:lnTo>
                      <a:pt x="0" y="19050"/>
                    </a:lnTo>
                    <a:lnTo>
                      <a:pt x="0" y="15240"/>
                    </a:lnTo>
                    <a:lnTo>
                      <a:pt x="4758" y="15240"/>
                    </a:lnTo>
                    <a:lnTo>
                      <a:pt x="4758" y="19050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5"/>
              <p:cNvSpPr/>
              <p:nvPr/>
            </p:nvSpPr>
            <p:spPr>
              <a:xfrm>
                <a:off x="9352557" y="1544955"/>
                <a:ext cx="4758" cy="1905"/>
              </a:xfrm>
              <a:custGeom>
                <a:rect b="b" l="l" r="r" t="t"/>
                <a:pathLst>
                  <a:path extrusionOk="0" h="1905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2" name="Google Shape;672;p25"/>
          <p:cNvSpPr txBox="1"/>
          <p:nvPr>
            <p:ph idx="1" type="subTitle"/>
          </p:nvPr>
        </p:nvSpPr>
        <p:spPr>
          <a:xfrm>
            <a:off x="2729850" y="3433269"/>
            <a:ext cx="36843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Rafsan Jany (02513052)</a:t>
            </a:r>
            <a:endParaRPr/>
          </a:p>
        </p:txBody>
      </p:sp>
      <p:sp>
        <p:nvSpPr>
          <p:cNvPr id="673" name="Google Shape;673;p25"/>
          <p:cNvSpPr txBox="1"/>
          <p:nvPr>
            <p:ph idx="1" type="subTitle"/>
          </p:nvPr>
        </p:nvSpPr>
        <p:spPr>
          <a:xfrm>
            <a:off x="1728550" y="2236675"/>
            <a:ext cx="56796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Thermal, RGB, and NIR Video-Based Approaches for HR and RR Estimation</a:t>
            </a:r>
            <a:endParaRPr b="1" sz="1500"/>
          </a:p>
        </p:txBody>
      </p:sp>
      <p:sp>
        <p:nvSpPr>
          <p:cNvPr id="674" name="Google Shape;674;p25"/>
          <p:cNvSpPr txBox="1"/>
          <p:nvPr>
            <p:ph idx="1" type="subTitle"/>
          </p:nvPr>
        </p:nvSpPr>
        <p:spPr>
          <a:xfrm>
            <a:off x="2728450" y="3937519"/>
            <a:ext cx="36843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Korean Convergence Medical Science</a:t>
            </a:r>
            <a:endParaRPr/>
          </a:p>
        </p:txBody>
      </p:sp>
      <p:sp>
        <p:nvSpPr>
          <p:cNvPr id="675" name="Google Shape;67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6"/>
          <p:cNvSpPr txBox="1"/>
          <p:nvPr>
            <p:ph idx="3" type="subTitle"/>
          </p:nvPr>
        </p:nvSpPr>
        <p:spPr>
          <a:xfrm>
            <a:off x="5012375" y="1771825"/>
            <a:ext cx="26109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</a:t>
            </a:r>
            <a:endParaRPr/>
          </a:p>
        </p:txBody>
      </p:sp>
      <p:sp>
        <p:nvSpPr>
          <p:cNvPr id="681" name="Google Shape;681;p2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Motivation</a:t>
            </a:r>
            <a:endParaRPr/>
          </a:p>
        </p:txBody>
      </p:sp>
      <p:sp>
        <p:nvSpPr>
          <p:cNvPr id="682" name="Google Shape;682;p26"/>
          <p:cNvSpPr txBox="1"/>
          <p:nvPr>
            <p:ph idx="1" type="subTitle"/>
          </p:nvPr>
        </p:nvSpPr>
        <p:spPr>
          <a:xfrm>
            <a:off x="4778200" y="2264550"/>
            <a:ext cx="31362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Non-contact, real-time, and deployable solutions for healthcare, telemedicine, ICU, pandemic settings.</a:t>
            </a:r>
            <a:endParaRPr/>
          </a:p>
        </p:txBody>
      </p:sp>
      <p:sp>
        <p:nvSpPr>
          <p:cNvPr id="683" name="Google Shape;683;p26"/>
          <p:cNvSpPr txBox="1"/>
          <p:nvPr>
            <p:ph idx="4" type="subTitle"/>
          </p:nvPr>
        </p:nvSpPr>
        <p:spPr>
          <a:xfrm>
            <a:off x="1239100" y="2264550"/>
            <a:ext cx="3289500" cy="8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Traditional vitals monitoring is contact-based and uncomfortable.</a:t>
            </a:r>
            <a:endParaRPr/>
          </a:p>
        </p:txBody>
      </p:sp>
      <p:sp>
        <p:nvSpPr>
          <p:cNvPr id="684" name="Google Shape;684;p26"/>
          <p:cNvSpPr txBox="1"/>
          <p:nvPr>
            <p:ph idx="2" type="subTitle"/>
          </p:nvPr>
        </p:nvSpPr>
        <p:spPr>
          <a:xfrm>
            <a:off x="1490825" y="1771825"/>
            <a:ext cx="2877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85" name="Google Shape;68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6" name="Google Shape;686;p26"/>
          <p:cNvSpPr txBox="1"/>
          <p:nvPr>
            <p:ph idx="3" type="subTitle"/>
          </p:nvPr>
        </p:nvSpPr>
        <p:spPr>
          <a:xfrm>
            <a:off x="3198850" y="3320675"/>
            <a:ext cx="26109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687" name="Google Shape;687;p26"/>
          <p:cNvSpPr txBox="1"/>
          <p:nvPr>
            <p:ph idx="1" type="subTitle"/>
          </p:nvPr>
        </p:nvSpPr>
        <p:spPr>
          <a:xfrm>
            <a:off x="3003900" y="3786875"/>
            <a:ext cx="31362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Review of recent AI-powered solutions using camera-based modalities.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7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- 1</a:t>
            </a:r>
            <a:endParaRPr/>
          </a:p>
        </p:txBody>
      </p:sp>
      <p:sp>
        <p:nvSpPr>
          <p:cNvPr id="693" name="Google Shape;693;p27"/>
          <p:cNvSpPr txBox="1"/>
          <p:nvPr>
            <p:ph idx="4" type="subTitle"/>
          </p:nvPr>
        </p:nvSpPr>
        <p:spPr>
          <a:xfrm>
            <a:off x="817100" y="869475"/>
            <a:ext cx="7423200" cy="6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Respiratory Rate Estimation from Thermal Video Data Using Spatio-Temporal Deep Learning</a:t>
            </a:r>
            <a:endParaRPr/>
          </a:p>
        </p:txBody>
      </p:sp>
      <p:sp>
        <p:nvSpPr>
          <p:cNvPr id="694" name="Google Shape;694;p27"/>
          <p:cNvSpPr txBox="1"/>
          <p:nvPr/>
        </p:nvSpPr>
        <p:spPr>
          <a:xfrm>
            <a:off x="817100" y="1744450"/>
            <a:ext cx="61074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Modality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Thermal              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Target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Respiratory Rate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Model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3D CNN + Bi-LSTM 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Preprocessing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DeTr face detection, ROI cropping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Results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1.6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Latency: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5.1 ms per 10s clip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Bandpass filter: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0.05–0.7 Hz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Robust to motion and masks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95" name="Google Shape;695;p27"/>
          <p:cNvSpPr txBox="1"/>
          <p:nvPr>
            <p:ph idx="4" type="subTitle"/>
          </p:nvPr>
        </p:nvSpPr>
        <p:spPr>
          <a:xfrm>
            <a:off x="720000" y="4383375"/>
            <a:ext cx="74232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/>
              <a:t>Source: </a:t>
            </a:r>
            <a:r>
              <a:rPr i="1" lang="en" sz="900"/>
              <a:t>Mozafari, M.; Law, A.J.; Goubran, R.A.; Green, J.R. Respiratory Rate Estimation from Thermal Video Data Using Spatio-Temporal Deep Learning. Sensors 2024, 24, 6386. </a:t>
            </a:r>
            <a:r>
              <a:rPr i="1" lang="en" sz="900" u="sng">
                <a:solidFill>
                  <a:schemeClr val="hlink"/>
                </a:solidFill>
                <a:hlinkClick r:id="rId3"/>
              </a:rPr>
              <a:t>https://doi.org/10.3390/s24196386</a:t>
            </a:r>
            <a:r>
              <a:rPr i="1" lang="en" sz="900"/>
              <a:t> [</a:t>
            </a:r>
            <a:r>
              <a:rPr b="1" i="1" lang="en" sz="900" u="sng">
                <a:solidFill>
                  <a:schemeClr val="hlink"/>
                </a:solidFill>
                <a:hlinkClick r:id="rId4"/>
              </a:rPr>
              <a:t>LINK</a:t>
            </a:r>
            <a:r>
              <a:rPr i="1" lang="en" sz="900"/>
              <a:t>]</a:t>
            </a:r>
            <a:endParaRPr i="1" sz="900"/>
          </a:p>
        </p:txBody>
      </p:sp>
      <p:sp>
        <p:nvSpPr>
          <p:cNvPr id="696" name="Google Shape;69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8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- 2</a:t>
            </a:r>
            <a:endParaRPr/>
          </a:p>
        </p:txBody>
      </p:sp>
      <p:sp>
        <p:nvSpPr>
          <p:cNvPr id="702" name="Google Shape;702;p28"/>
          <p:cNvSpPr txBox="1"/>
          <p:nvPr>
            <p:ph idx="4" type="subTitle"/>
          </p:nvPr>
        </p:nvSpPr>
        <p:spPr>
          <a:xfrm>
            <a:off x="817100" y="869475"/>
            <a:ext cx="7423200" cy="6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Estimation of Respiratory Rate from Thermography Using Respiratory Likelihood Index</a:t>
            </a:r>
            <a:endParaRPr/>
          </a:p>
        </p:txBody>
      </p:sp>
      <p:sp>
        <p:nvSpPr>
          <p:cNvPr id="703" name="Google Shape;703;p28"/>
          <p:cNvSpPr txBox="1"/>
          <p:nvPr/>
        </p:nvSpPr>
        <p:spPr>
          <a:xfrm>
            <a:off x="817100" y="1744450"/>
            <a:ext cx="61074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Modality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Thermal              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Target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Respiratory Rate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Model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YOLOv3 +                  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Preprocessing: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4×6 subregion grid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Signal Processing (Respiratory Quality Index)                       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Results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0.66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Bias: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0.19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Limits of Agreement: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–1.9 to 2.3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Effective even with low-res thermal videos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04" name="Google Shape;704;p28"/>
          <p:cNvSpPr txBox="1"/>
          <p:nvPr>
            <p:ph idx="4" type="subTitle"/>
          </p:nvPr>
        </p:nvSpPr>
        <p:spPr>
          <a:xfrm>
            <a:off x="720000" y="4383375"/>
            <a:ext cx="74232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/>
              <a:t>Source: </a:t>
            </a:r>
            <a:r>
              <a:rPr i="1" lang="en" sz="900"/>
              <a:t>Takahashi, Y.; Gu, Y.; Nakada, T.; Abe, R.; Nakaguchi, T. Estimation of Respiratory Rate from Thermography Using Respiratory Likelihood Index. Sensors 2021, 21, 4406. https://doi.org/10.3390/s21134406</a:t>
            </a:r>
            <a:r>
              <a:rPr i="1" lang="en" sz="900"/>
              <a:t> [</a:t>
            </a:r>
            <a:r>
              <a:rPr b="1" i="1" lang="en" sz="900" u="sng">
                <a:solidFill>
                  <a:schemeClr val="hlink"/>
                </a:solidFill>
                <a:hlinkClick r:id="rId3"/>
              </a:rPr>
              <a:t>LINK</a:t>
            </a:r>
            <a:r>
              <a:rPr i="1" lang="en" sz="900"/>
              <a:t>]</a:t>
            </a:r>
            <a:endParaRPr i="1" sz="900"/>
          </a:p>
        </p:txBody>
      </p:sp>
      <p:sp>
        <p:nvSpPr>
          <p:cNvPr id="705" name="Google Shape;70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- 3</a:t>
            </a:r>
            <a:endParaRPr/>
          </a:p>
        </p:txBody>
      </p:sp>
      <p:sp>
        <p:nvSpPr>
          <p:cNvPr id="711" name="Google Shape;711;p29"/>
          <p:cNvSpPr txBox="1"/>
          <p:nvPr>
            <p:ph idx="4" type="subTitle"/>
          </p:nvPr>
        </p:nvSpPr>
        <p:spPr>
          <a:xfrm>
            <a:off x="817100" y="869475"/>
            <a:ext cx="7423200" cy="6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EfficientPhys: Enabling Simple, Fast, and Accurate Camera-Based Cardiac Measurement</a:t>
            </a:r>
            <a:endParaRPr/>
          </a:p>
        </p:txBody>
      </p:sp>
      <p:sp>
        <p:nvSpPr>
          <p:cNvPr id="712" name="Google Shape;712;p29"/>
          <p:cNvSpPr txBox="1"/>
          <p:nvPr/>
        </p:nvSpPr>
        <p:spPr>
          <a:xfrm>
            <a:off x="817100" y="1744450"/>
            <a:ext cx="6107400" cy="3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Modality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RGB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Target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Heart Rate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Model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EfficientPhys-C (Conv)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Preprocessing: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None (fully end-to-end)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&amp; EfficientPhys-T (Transformer)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       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Results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UBFC: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 = 1.14 bpm, ρ = 0.99, Latency = 40 ms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PURE: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 = 1.33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MMSE-HR: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 = 3.04 bpm (EfficientPhys-T1), ρ = 0.92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Faster and simpler than TS-CAN &amp; Dual-GAN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Deployed on Raspberry Pi 4B (33% faster than baselines)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13" name="Google Shape;713;p29"/>
          <p:cNvSpPr txBox="1"/>
          <p:nvPr>
            <p:ph idx="4" type="subTitle"/>
          </p:nvPr>
        </p:nvSpPr>
        <p:spPr>
          <a:xfrm>
            <a:off x="720000" y="4383375"/>
            <a:ext cx="74232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/>
              <a:t>Source: </a:t>
            </a:r>
            <a:r>
              <a:rPr i="1" lang="en" sz="900"/>
              <a:t>X. Liu, B. Hill, Z. Jiang, S. Patel and D. McDuff, "EfficientPhys: Enabling Simple, Fast and Accurate Camera-Based Cardiac Measurement," 2023 IEEE/CVF Winter Conference on Applications of Computer Vision (WACV), Waikoloa, HI, USA, 2023, pp. 4997-5006, doi: 10.1109/WACV56688.2023.00498.</a:t>
            </a:r>
            <a:r>
              <a:rPr i="1" lang="en" sz="900"/>
              <a:t> [</a:t>
            </a:r>
            <a:r>
              <a:rPr b="1" i="1" lang="en" sz="900" u="sng">
                <a:solidFill>
                  <a:schemeClr val="hlink"/>
                </a:solidFill>
                <a:hlinkClick r:id="rId3"/>
              </a:rPr>
              <a:t>LINK</a:t>
            </a:r>
            <a:r>
              <a:rPr i="1" lang="en" sz="900"/>
              <a:t>]</a:t>
            </a:r>
            <a:endParaRPr i="1" sz="900"/>
          </a:p>
        </p:txBody>
      </p:sp>
      <p:sp>
        <p:nvSpPr>
          <p:cNvPr id="714" name="Google Shape;71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0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- 4</a:t>
            </a:r>
            <a:endParaRPr/>
          </a:p>
        </p:txBody>
      </p:sp>
      <p:sp>
        <p:nvSpPr>
          <p:cNvPr id="720" name="Google Shape;720;p30"/>
          <p:cNvSpPr txBox="1"/>
          <p:nvPr>
            <p:ph idx="4" type="subTitle"/>
          </p:nvPr>
        </p:nvSpPr>
        <p:spPr>
          <a:xfrm>
            <a:off x="817100" y="869475"/>
            <a:ext cx="74232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Respiratory Rate Estimation Based on Detected Mask Area in Thermal Images</a:t>
            </a:r>
            <a:endParaRPr/>
          </a:p>
        </p:txBody>
      </p:sp>
      <p:sp>
        <p:nvSpPr>
          <p:cNvPr id="721" name="Google Shape;721;p30"/>
          <p:cNvSpPr txBox="1"/>
          <p:nvPr/>
        </p:nvSpPr>
        <p:spPr>
          <a:xfrm>
            <a:off x="817100" y="1571350"/>
            <a:ext cx="61074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Modality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Thermal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Target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Heart Rate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Model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YOLOv5 Mask ROI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Preprocessing: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Mask detection ROI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+ Signal Processing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      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Results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Sitting (FFP2 mask):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 = 0.88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Walking: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 = 1.2 bpm (FFP2), 2.1 bpm (surgical)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With head movement: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 = 1.39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Lower face ROI baseline: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 = 4.47 bpm (worse)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22" name="Google Shape;722;p30"/>
          <p:cNvSpPr txBox="1"/>
          <p:nvPr>
            <p:ph idx="4" type="subTitle"/>
          </p:nvPr>
        </p:nvSpPr>
        <p:spPr>
          <a:xfrm>
            <a:off x="720000" y="4383375"/>
            <a:ext cx="74232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/>
              <a:t>Source: </a:t>
            </a:r>
            <a:r>
              <a:rPr i="1" lang="en" sz="900"/>
              <a:t>N. Kowalczyk and J. Rumiński, "Respiratory Rate Estimation Based on Detected Mask Area in Thermal Images," 2023 IEEE/CVF Conference on Computer Vision and Pattern Recognition Workshops (CVPRW), Vancouver, BC, Canada, 2023, pp. 6042-6051, doi: 10.1109/CVPRW59228.2023.00643.</a:t>
            </a:r>
            <a:r>
              <a:rPr i="1" lang="en" sz="900"/>
              <a:t>. [</a:t>
            </a:r>
            <a:r>
              <a:rPr b="1" i="1" lang="en" sz="900" u="sng">
                <a:solidFill>
                  <a:schemeClr val="hlink"/>
                </a:solidFill>
                <a:hlinkClick r:id="rId3"/>
              </a:rPr>
              <a:t>LINK</a:t>
            </a:r>
            <a:r>
              <a:rPr i="1" lang="en" sz="900"/>
              <a:t>]</a:t>
            </a:r>
            <a:endParaRPr i="1" sz="900"/>
          </a:p>
        </p:txBody>
      </p:sp>
      <p:sp>
        <p:nvSpPr>
          <p:cNvPr id="723" name="Google Shape;72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1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- 5</a:t>
            </a:r>
            <a:endParaRPr/>
          </a:p>
        </p:txBody>
      </p:sp>
      <p:sp>
        <p:nvSpPr>
          <p:cNvPr id="729" name="Google Shape;729;p31"/>
          <p:cNvSpPr txBox="1"/>
          <p:nvPr>
            <p:ph idx="4" type="subTitle"/>
          </p:nvPr>
        </p:nvSpPr>
        <p:spPr>
          <a:xfrm>
            <a:off x="817100" y="830975"/>
            <a:ext cx="7423200" cy="6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Estimation of Respiration Rate by Optical Flow Using Convolutional Neural Networks</a:t>
            </a:r>
            <a:endParaRPr/>
          </a:p>
        </p:txBody>
      </p:sp>
      <p:sp>
        <p:nvSpPr>
          <p:cNvPr id="730" name="Google Shape;730;p31"/>
          <p:cNvSpPr txBox="1"/>
          <p:nvPr/>
        </p:nvSpPr>
        <p:spPr>
          <a:xfrm>
            <a:off x="817100" y="1571350"/>
            <a:ext cx="6107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Modality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RGB/NIR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                                    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Target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Respiratory Rate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Model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FlowNet2SD (CNN for Optical Flow)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Preprocessing: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Optional Mask R-CNN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(CNN for Optical Flow)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  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Results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MAE: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&lt; 2.5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FPS: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20.8 (Windows), 29.4 (Ubuntu)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Pearson’s r: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&gt; 0.90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Works across multiple postures (sitting, lying)</a:t>
            </a:r>
            <a:endParaRPr i="1"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Effective with 320p, 4Hz video</a:t>
            </a:r>
            <a:endParaRPr i="1"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31" name="Google Shape;731;p31"/>
          <p:cNvSpPr txBox="1"/>
          <p:nvPr>
            <p:ph idx="4" type="subTitle"/>
          </p:nvPr>
        </p:nvSpPr>
        <p:spPr>
          <a:xfrm>
            <a:off x="720000" y="4383375"/>
            <a:ext cx="74232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/>
              <a:t>Source: </a:t>
            </a:r>
            <a:r>
              <a:rPr i="1" lang="en" sz="900"/>
              <a:t>Hwang, H.; Lee, K.; Lee, E.C. A Real-Time Remote Respiration Measurement Method with Improved Robustness Based on a CNN Model. Appl. Sci. 2022, 12, 11603. https://doi.org/10.3390/app122211603</a:t>
            </a:r>
            <a:r>
              <a:rPr i="1" lang="en" sz="900"/>
              <a:t>[</a:t>
            </a:r>
            <a:r>
              <a:rPr b="1" i="1" lang="en" sz="900" u="sng">
                <a:solidFill>
                  <a:schemeClr val="hlink"/>
                </a:solidFill>
                <a:hlinkClick r:id="rId3"/>
              </a:rPr>
              <a:t>LINK</a:t>
            </a:r>
            <a:r>
              <a:rPr i="1" lang="en" sz="900"/>
              <a:t>]</a:t>
            </a:r>
            <a:endParaRPr i="1" sz="900"/>
          </a:p>
        </p:txBody>
      </p:sp>
      <p:sp>
        <p:nvSpPr>
          <p:cNvPr id="732" name="Google Shape;73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2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- 6</a:t>
            </a:r>
            <a:endParaRPr/>
          </a:p>
        </p:txBody>
      </p:sp>
      <p:sp>
        <p:nvSpPr>
          <p:cNvPr id="738" name="Google Shape;738;p32"/>
          <p:cNvSpPr txBox="1"/>
          <p:nvPr>
            <p:ph idx="4" type="subTitle"/>
          </p:nvPr>
        </p:nvSpPr>
        <p:spPr>
          <a:xfrm>
            <a:off x="817100" y="830975"/>
            <a:ext cx="7423200" cy="6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Multi-Task Temporal Shift Attention Networks for On-Device Contactless Vitals Measurement</a:t>
            </a:r>
            <a:endParaRPr/>
          </a:p>
        </p:txBody>
      </p:sp>
      <p:sp>
        <p:nvSpPr>
          <p:cNvPr id="739" name="Google Shape;739;p32"/>
          <p:cNvSpPr txBox="1"/>
          <p:nvPr/>
        </p:nvSpPr>
        <p:spPr>
          <a:xfrm>
            <a:off x="817100" y="1571350"/>
            <a:ext cx="67641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Modality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RGB                                                 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Target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Heart Rate + Respiration Rate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Model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MTTS-CAN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                                                     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Preprocessing: 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Frame diff, averaged frames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(2D CNN + TSM + Attention + Multi-task)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        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Results (AFRL)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                                                                         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HR MAE: 1.45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RR MAE: 2.3 bpm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i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Latency: 6 ms (on ARM CPU)</a:t>
            </a:r>
            <a:endParaRPr i="1"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40" name="Google Shape;74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32"/>
          <p:cNvSpPr txBox="1"/>
          <p:nvPr/>
        </p:nvSpPr>
        <p:spPr>
          <a:xfrm>
            <a:off x="3905250" y="2341000"/>
            <a:ext cx="41424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Results (MMSE-HR)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HR MAE: 3.0 bpm, ρ = 0.92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Generalization: Strong across datasets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Joint model = 50% lower compute &amp; memory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Real-time on low-end CPUs</a:t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3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Table Overview</a:t>
            </a:r>
            <a:endParaRPr/>
          </a:p>
        </p:txBody>
      </p:sp>
      <p:sp>
        <p:nvSpPr>
          <p:cNvPr id="747" name="Google Shape;747;p33"/>
          <p:cNvSpPr txBox="1"/>
          <p:nvPr>
            <p:ph idx="4" type="subTitle"/>
          </p:nvPr>
        </p:nvSpPr>
        <p:spPr>
          <a:xfrm>
            <a:off x="720000" y="4496350"/>
            <a:ext cx="7423200" cy="3144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latin typeface="Arial"/>
                <a:ea typeface="Arial"/>
                <a:cs typeface="Arial"/>
                <a:sym typeface="Arial"/>
              </a:rPr>
              <a:t>Not public - *</a:t>
            </a:r>
            <a:endParaRPr sz="1050">
              <a:solidFill>
                <a:srgbClr val="D4D4D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49" name="Google Shape;749;p33"/>
          <p:cNvGraphicFramePr/>
          <p:nvPr/>
        </p:nvGraphicFramePr>
        <p:xfrm>
          <a:off x="719988" y="94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{A0F59F33-AB61-4ED2-B712-0E1919464A90}</a:tableStyleId>
              </a:tblPr>
              <a:tblGrid>
                <a:gridCol w="1740650"/>
                <a:gridCol w="975275"/>
                <a:gridCol w="1718100"/>
                <a:gridCol w="1535175"/>
                <a:gridCol w="1642325"/>
              </a:tblGrid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>
                          <a:latin typeface="Caladea"/>
                          <a:ea typeface="Caladea"/>
                          <a:cs typeface="Caladea"/>
                          <a:sym typeface="Caladea"/>
                        </a:rPr>
                        <a:t>Paper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Caladea"/>
                        <a:ea typeface="Caladea"/>
                        <a:cs typeface="Caladea"/>
                        <a:sym typeface="Calade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>
                          <a:latin typeface="Caladea"/>
                          <a:ea typeface="Caladea"/>
                          <a:cs typeface="Caladea"/>
                          <a:sym typeface="Caladea"/>
                        </a:rPr>
                        <a:t>Modality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Caladea"/>
                        <a:ea typeface="Caladea"/>
                        <a:cs typeface="Caladea"/>
                        <a:sym typeface="Calade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>
                          <a:latin typeface="Caladea"/>
                          <a:ea typeface="Caladea"/>
                          <a:cs typeface="Caladea"/>
                          <a:sym typeface="Caladea"/>
                        </a:rPr>
                        <a:t>Model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Caladea"/>
                        <a:ea typeface="Caladea"/>
                        <a:cs typeface="Caladea"/>
                        <a:sym typeface="Calade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>
                          <a:latin typeface="Caladea"/>
                          <a:ea typeface="Caladea"/>
                          <a:cs typeface="Caladea"/>
                          <a:sym typeface="Caladea"/>
                        </a:rPr>
                        <a:t>Preprocessing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Caladea"/>
                        <a:ea typeface="Caladea"/>
                        <a:cs typeface="Caladea"/>
                        <a:sym typeface="Calade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200">
                          <a:latin typeface="Caladea"/>
                          <a:ea typeface="Caladea"/>
                          <a:cs typeface="Caladea"/>
                          <a:sym typeface="Caladea"/>
                        </a:rPr>
                        <a:t>Dataset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Caladea"/>
                        <a:ea typeface="Caladea"/>
                        <a:cs typeface="Caladea"/>
                        <a:sym typeface="Caladea"/>
                      </a:endParaRPr>
                    </a:p>
                  </a:txBody>
                  <a:tcPr marT="45700" marB="45700" marR="45700" marL="45700" anchor="b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Mozafari et al. (2024)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Thermal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3D CNN + Bi-LSTM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DeTr face detection, ROI cropping	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22 subjects, 1496 clips *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Takahashi et al. (2021)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Thermal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YOLOv3 + Signal Processing (RQI)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Face detection, subregion division	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19 subjects (12 train, 7 test) *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Liu et al. (2023) - EfficientPhys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RGB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EfficientPhys-C/T (Conv &amp; Transformer)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None (End-to-End)	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AFRL, PURE, UBFC, MMSE-HR	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Kowalczyk et al. (2023)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Thermal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YOLOv5 + Signal Processing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Mask detection, ROI extraction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15 subjects (Sitting + Walking)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Guo et al. (2021)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RGB/NIR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FlowNet2SD + Signal Processing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Optical Flow, optional Mask R-CNN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COHFACE, Sleep Dataset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Liu et al. (2020) - MTTS-CAN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RGB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MTTS-CAN (2D CNN + TSM + Attention)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Frame diff, averaged frames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AFRL, MMSE-HR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34"/>
          <p:cNvGrpSpPr/>
          <p:nvPr/>
        </p:nvGrpSpPr>
        <p:grpSpPr>
          <a:xfrm>
            <a:off x="4252603" y="2147888"/>
            <a:ext cx="4171394" cy="2035402"/>
            <a:chOff x="3509406" y="1782934"/>
            <a:chExt cx="1550243" cy="756430"/>
          </a:xfrm>
        </p:grpSpPr>
        <p:sp>
          <p:nvSpPr>
            <p:cNvPr id="755" name="Google Shape;755;p34"/>
            <p:cNvSpPr/>
            <p:nvPr/>
          </p:nvSpPr>
          <p:spPr>
            <a:xfrm>
              <a:off x="3715915" y="1816417"/>
              <a:ext cx="379709" cy="278130"/>
            </a:xfrm>
            <a:custGeom>
              <a:rect b="b" l="l" r="r" t="t"/>
              <a:pathLst>
                <a:path extrusionOk="0" h="278130" w="379709">
                  <a:moveTo>
                    <a:pt x="379710" y="278130"/>
                  </a:moveTo>
                  <a:lnTo>
                    <a:pt x="0" y="38100"/>
                  </a:lnTo>
                  <a:lnTo>
                    <a:pt x="263608" y="0"/>
                  </a:lnTo>
                  <a:lnTo>
                    <a:pt x="379710" y="278130"/>
                  </a:lnTo>
                  <a:close/>
                  <a:moveTo>
                    <a:pt x="10468" y="40005"/>
                  </a:moveTo>
                  <a:lnTo>
                    <a:pt x="372096" y="268605"/>
                  </a:lnTo>
                  <a:lnTo>
                    <a:pt x="261705" y="2858"/>
                  </a:lnTo>
                  <a:lnTo>
                    <a:pt x="10468" y="4000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4"/>
            <p:cNvSpPr/>
            <p:nvPr/>
          </p:nvSpPr>
          <p:spPr>
            <a:xfrm>
              <a:off x="3509406" y="1853564"/>
              <a:ext cx="297867" cy="244792"/>
            </a:xfrm>
            <a:custGeom>
              <a:rect b="b" l="l" r="r" t="t"/>
              <a:pathLst>
                <a:path extrusionOk="0" h="244792" w="297867">
                  <a:moveTo>
                    <a:pt x="297868" y="244793"/>
                  </a:moveTo>
                  <a:lnTo>
                    <a:pt x="0" y="216218"/>
                  </a:lnTo>
                  <a:lnTo>
                    <a:pt x="952" y="215265"/>
                  </a:lnTo>
                  <a:lnTo>
                    <a:pt x="212219" y="0"/>
                  </a:lnTo>
                  <a:lnTo>
                    <a:pt x="297868" y="244793"/>
                  </a:lnTo>
                  <a:close/>
                  <a:moveTo>
                    <a:pt x="3807" y="215265"/>
                  </a:moveTo>
                  <a:lnTo>
                    <a:pt x="295013" y="242888"/>
                  </a:lnTo>
                  <a:lnTo>
                    <a:pt x="211267" y="3810"/>
                  </a:lnTo>
                  <a:lnTo>
                    <a:pt x="3807" y="21526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4"/>
            <p:cNvSpPr/>
            <p:nvPr/>
          </p:nvSpPr>
          <p:spPr>
            <a:xfrm>
              <a:off x="3622652" y="1816417"/>
              <a:ext cx="358773" cy="257175"/>
            </a:xfrm>
            <a:custGeom>
              <a:rect b="b" l="l" r="r" t="t"/>
              <a:pathLst>
                <a:path extrusionOk="0" h="257175" w="358773">
                  <a:moveTo>
                    <a:pt x="0" y="257175"/>
                  </a:moveTo>
                  <a:lnTo>
                    <a:pt x="98020" y="38100"/>
                  </a:lnTo>
                  <a:lnTo>
                    <a:pt x="98972" y="38100"/>
                  </a:lnTo>
                  <a:lnTo>
                    <a:pt x="357822" y="0"/>
                  </a:lnTo>
                  <a:lnTo>
                    <a:pt x="358773" y="2858"/>
                  </a:lnTo>
                  <a:lnTo>
                    <a:pt x="357822" y="3810"/>
                  </a:lnTo>
                  <a:lnTo>
                    <a:pt x="0" y="257175"/>
                  </a:lnTo>
                  <a:close/>
                  <a:moveTo>
                    <a:pt x="99924" y="40958"/>
                  </a:moveTo>
                  <a:lnTo>
                    <a:pt x="8565" y="246698"/>
                  </a:lnTo>
                  <a:lnTo>
                    <a:pt x="349257" y="4763"/>
                  </a:lnTo>
                  <a:lnTo>
                    <a:pt x="99924" y="409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4"/>
            <p:cNvSpPr/>
            <p:nvPr/>
          </p:nvSpPr>
          <p:spPr>
            <a:xfrm>
              <a:off x="4027105" y="1985962"/>
              <a:ext cx="349256" cy="376237"/>
            </a:xfrm>
            <a:custGeom>
              <a:rect b="b" l="l" r="r" t="t"/>
              <a:pathLst>
                <a:path extrusionOk="0" h="376237" w="349256">
                  <a:moveTo>
                    <a:pt x="0" y="376238"/>
                  </a:moveTo>
                  <a:lnTo>
                    <a:pt x="62809" y="102870"/>
                  </a:lnTo>
                  <a:lnTo>
                    <a:pt x="349257" y="0"/>
                  </a:lnTo>
                  <a:lnTo>
                    <a:pt x="0" y="376238"/>
                  </a:lnTo>
                  <a:close/>
                  <a:moveTo>
                    <a:pt x="65664" y="105727"/>
                  </a:moveTo>
                  <a:lnTo>
                    <a:pt x="5710" y="364808"/>
                  </a:lnTo>
                  <a:lnTo>
                    <a:pt x="336885" y="7620"/>
                  </a:lnTo>
                  <a:lnTo>
                    <a:pt x="65664" y="10572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4"/>
            <p:cNvSpPr/>
            <p:nvPr/>
          </p:nvSpPr>
          <p:spPr>
            <a:xfrm>
              <a:off x="3664525" y="2089785"/>
              <a:ext cx="429195" cy="321944"/>
            </a:xfrm>
            <a:custGeom>
              <a:rect b="b" l="l" r="r" t="t"/>
              <a:pathLst>
                <a:path extrusionOk="0" h="321944" w="429195">
                  <a:moveTo>
                    <a:pt x="0" y="321945"/>
                  </a:moveTo>
                  <a:lnTo>
                    <a:pt x="952" y="319087"/>
                  </a:lnTo>
                  <a:lnTo>
                    <a:pt x="139893" y="7620"/>
                  </a:lnTo>
                  <a:lnTo>
                    <a:pt x="140845" y="7620"/>
                  </a:lnTo>
                  <a:lnTo>
                    <a:pt x="429196" y="0"/>
                  </a:lnTo>
                  <a:lnTo>
                    <a:pt x="0" y="321945"/>
                  </a:lnTo>
                  <a:close/>
                  <a:moveTo>
                    <a:pt x="141796" y="8573"/>
                  </a:moveTo>
                  <a:lnTo>
                    <a:pt x="4758" y="316230"/>
                  </a:lnTo>
                  <a:lnTo>
                    <a:pt x="424437" y="1905"/>
                  </a:lnTo>
                  <a:lnTo>
                    <a:pt x="141796" y="857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4"/>
            <p:cNvSpPr/>
            <p:nvPr/>
          </p:nvSpPr>
          <p:spPr>
            <a:xfrm>
              <a:off x="3800369" y="2091689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3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7856" y="12383"/>
                    <a:pt x="10711" y="10477"/>
                    <a:pt x="11662" y="6668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3098" y="0"/>
                    <a:pt x="243" y="1905"/>
                    <a:pt x="243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4"/>
            <p:cNvSpPr/>
            <p:nvPr/>
          </p:nvSpPr>
          <p:spPr>
            <a:xfrm>
              <a:off x="4763685" y="1786889"/>
              <a:ext cx="295964" cy="667702"/>
            </a:xfrm>
            <a:custGeom>
              <a:rect b="b" l="l" r="r" t="t"/>
              <a:pathLst>
                <a:path extrusionOk="0" h="667702" w="295964">
                  <a:moveTo>
                    <a:pt x="295964" y="667703"/>
                  </a:moveTo>
                  <a:lnTo>
                    <a:pt x="0" y="300038"/>
                  </a:lnTo>
                  <a:lnTo>
                    <a:pt x="0" y="299085"/>
                  </a:lnTo>
                  <a:lnTo>
                    <a:pt x="34260" y="0"/>
                  </a:lnTo>
                  <a:lnTo>
                    <a:pt x="295964" y="667703"/>
                  </a:lnTo>
                  <a:close/>
                  <a:moveTo>
                    <a:pt x="2855" y="299085"/>
                  </a:moveTo>
                  <a:lnTo>
                    <a:pt x="283593" y="647700"/>
                  </a:lnTo>
                  <a:lnTo>
                    <a:pt x="36163" y="14288"/>
                  </a:lnTo>
                  <a:lnTo>
                    <a:pt x="2855" y="29908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34"/>
            <p:cNvSpPr/>
            <p:nvPr/>
          </p:nvSpPr>
          <p:spPr>
            <a:xfrm>
              <a:off x="4347812" y="1791652"/>
              <a:ext cx="453938" cy="491489"/>
            </a:xfrm>
            <a:custGeom>
              <a:rect b="b" l="l" r="r" t="t"/>
              <a:pathLst>
                <a:path extrusionOk="0" h="491489" w="453938">
                  <a:moveTo>
                    <a:pt x="0" y="491490"/>
                  </a:moveTo>
                  <a:lnTo>
                    <a:pt x="21888" y="198120"/>
                  </a:lnTo>
                  <a:lnTo>
                    <a:pt x="21888" y="198120"/>
                  </a:lnTo>
                  <a:lnTo>
                    <a:pt x="453939" y="0"/>
                  </a:lnTo>
                  <a:lnTo>
                    <a:pt x="451084" y="2858"/>
                  </a:lnTo>
                  <a:lnTo>
                    <a:pt x="0" y="491490"/>
                  </a:lnTo>
                  <a:close/>
                  <a:moveTo>
                    <a:pt x="23791" y="199073"/>
                  </a:moveTo>
                  <a:lnTo>
                    <a:pt x="1903" y="486728"/>
                  </a:lnTo>
                  <a:lnTo>
                    <a:pt x="447277" y="4763"/>
                  </a:lnTo>
                  <a:lnTo>
                    <a:pt x="23791" y="19907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34"/>
            <p:cNvSpPr/>
            <p:nvPr/>
          </p:nvSpPr>
          <p:spPr>
            <a:xfrm>
              <a:off x="4089914" y="2086927"/>
              <a:ext cx="260753" cy="445769"/>
            </a:xfrm>
            <a:custGeom>
              <a:rect b="b" l="l" r="r" t="t"/>
              <a:pathLst>
                <a:path extrusionOk="0" h="445769" w="260753">
                  <a:moveTo>
                    <a:pt x="231252" y="445770"/>
                  </a:moveTo>
                  <a:lnTo>
                    <a:pt x="230300" y="442913"/>
                  </a:lnTo>
                  <a:lnTo>
                    <a:pt x="0" y="0"/>
                  </a:lnTo>
                  <a:lnTo>
                    <a:pt x="260753" y="193357"/>
                  </a:lnTo>
                  <a:lnTo>
                    <a:pt x="231252" y="445770"/>
                  </a:lnTo>
                  <a:close/>
                  <a:moveTo>
                    <a:pt x="4758" y="5715"/>
                  </a:moveTo>
                  <a:lnTo>
                    <a:pt x="230300" y="439103"/>
                  </a:lnTo>
                  <a:lnTo>
                    <a:pt x="257898" y="193357"/>
                  </a:lnTo>
                  <a:lnTo>
                    <a:pt x="4758" y="571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34"/>
            <p:cNvSpPr/>
            <p:nvPr/>
          </p:nvSpPr>
          <p:spPr>
            <a:xfrm>
              <a:off x="3711011" y="1844846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5856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34"/>
            <p:cNvSpPr/>
            <p:nvPr/>
          </p:nvSpPr>
          <p:spPr>
            <a:xfrm>
              <a:off x="4360038" y="1979149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6807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34"/>
            <p:cNvSpPr/>
            <p:nvPr/>
          </p:nvSpPr>
          <p:spPr>
            <a:xfrm>
              <a:off x="4020298" y="2345861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6807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34"/>
            <p:cNvSpPr/>
            <p:nvPr/>
          </p:nvSpPr>
          <p:spPr>
            <a:xfrm>
              <a:off x="4788282" y="1782934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6807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34"/>
            <p:cNvSpPr/>
            <p:nvPr/>
          </p:nvSpPr>
          <p:spPr>
            <a:xfrm>
              <a:off x="4759636" y="208311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3" y="4763"/>
                  </a:moveTo>
                  <a:cubicBezTo>
                    <a:pt x="-709" y="7620"/>
                    <a:pt x="1194" y="10478"/>
                    <a:pt x="5001" y="11430"/>
                  </a:cubicBezTo>
                  <a:cubicBezTo>
                    <a:pt x="7856" y="12383"/>
                    <a:pt x="10711" y="10478"/>
                    <a:pt x="11662" y="6668"/>
                  </a:cubicBezTo>
                  <a:cubicBezTo>
                    <a:pt x="12614" y="3810"/>
                    <a:pt x="10711" y="953"/>
                    <a:pt x="6904" y="0"/>
                  </a:cubicBezTo>
                  <a:cubicBezTo>
                    <a:pt x="3097" y="0"/>
                    <a:pt x="243" y="1905"/>
                    <a:pt x="243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4"/>
            <p:cNvSpPr/>
            <p:nvPr/>
          </p:nvSpPr>
          <p:spPr>
            <a:xfrm>
              <a:off x="4343763" y="227457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2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8807" y="12383"/>
                    <a:pt x="10711" y="10477"/>
                    <a:pt x="11662" y="6667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3097" y="0"/>
                    <a:pt x="242" y="1905"/>
                    <a:pt x="24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34"/>
            <p:cNvSpPr/>
            <p:nvPr/>
          </p:nvSpPr>
          <p:spPr>
            <a:xfrm>
              <a:off x="3972618" y="181260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2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7856" y="12382"/>
                    <a:pt x="10711" y="10477"/>
                    <a:pt x="11662" y="6667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4049" y="0"/>
                    <a:pt x="1194" y="1905"/>
                    <a:pt x="24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4"/>
            <p:cNvSpPr/>
            <p:nvPr/>
          </p:nvSpPr>
          <p:spPr>
            <a:xfrm>
              <a:off x="4347812" y="2278379"/>
              <a:ext cx="403500" cy="260985"/>
            </a:xfrm>
            <a:custGeom>
              <a:rect b="b" l="l" r="r" t="t"/>
              <a:pathLst>
                <a:path extrusionOk="0" h="260985" w="403500">
                  <a:moveTo>
                    <a:pt x="104682" y="260985"/>
                  </a:moveTo>
                  <a:lnTo>
                    <a:pt x="104682" y="260985"/>
                  </a:lnTo>
                  <a:lnTo>
                    <a:pt x="0" y="0"/>
                  </a:lnTo>
                  <a:lnTo>
                    <a:pt x="403501" y="183833"/>
                  </a:lnTo>
                  <a:lnTo>
                    <a:pt x="400646" y="184785"/>
                  </a:lnTo>
                  <a:lnTo>
                    <a:pt x="104682" y="260985"/>
                  </a:lnTo>
                  <a:close/>
                  <a:moveTo>
                    <a:pt x="2855" y="3810"/>
                  </a:moveTo>
                  <a:lnTo>
                    <a:pt x="105633" y="259080"/>
                  </a:lnTo>
                  <a:lnTo>
                    <a:pt x="397791" y="182880"/>
                  </a:lnTo>
                  <a:lnTo>
                    <a:pt x="2855" y="381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4"/>
            <p:cNvSpPr/>
            <p:nvPr/>
          </p:nvSpPr>
          <p:spPr>
            <a:xfrm>
              <a:off x="4346861" y="2086927"/>
              <a:ext cx="419679" cy="376237"/>
            </a:xfrm>
            <a:custGeom>
              <a:rect b="b" l="l" r="r" t="t"/>
              <a:pathLst>
                <a:path extrusionOk="0" h="376237" w="419679">
                  <a:moveTo>
                    <a:pt x="402549" y="376238"/>
                  </a:moveTo>
                  <a:lnTo>
                    <a:pt x="0" y="193357"/>
                  </a:lnTo>
                  <a:lnTo>
                    <a:pt x="1903" y="192405"/>
                  </a:lnTo>
                  <a:lnTo>
                    <a:pt x="419679" y="0"/>
                  </a:lnTo>
                  <a:lnTo>
                    <a:pt x="402549" y="376238"/>
                  </a:lnTo>
                  <a:close/>
                  <a:moveTo>
                    <a:pt x="4758" y="193357"/>
                  </a:moveTo>
                  <a:lnTo>
                    <a:pt x="400646" y="373380"/>
                  </a:lnTo>
                  <a:lnTo>
                    <a:pt x="417776" y="2858"/>
                  </a:lnTo>
                  <a:lnTo>
                    <a:pt x="4758" y="19335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4"/>
            <p:cNvSpPr/>
            <p:nvPr/>
          </p:nvSpPr>
          <p:spPr>
            <a:xfrm>
              <a:off x="4085865" y="208407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3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7856" y="12382"/>
                    <a:pt x="10711" y="10477"/>
                    <a:pt x="11662" y="6667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4049" y="0"/>
                    <a:pt x="1194" y="1905"/>
                    <a:pt x="243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4" name="Google Shape;774;p34"/>
          <p:cNvGrpSpPr/>
          <p:nvPr/>
        </p:nvGrpSpPr>
        <p:grpSpPr>
          <a:xfrm>
            <a:off x="720365" y="2147748"/>
            <a:ext cx="3762139" cy="1973631"/>
            <a:chOff x="3600764" y="2641282"/>
            <a:chExt cx="1555953" cy="816292"/>
          </a:xfrm>
        </p:grpSpPr>
        <p:sp>
          <p:nvSpPr>
            <p:cNvPr id="775" name="Google Shape;775;p34"/>
            <p:cNvSpPr/>
            <p:nvPr/>
          </p:nvSpPr>
          <p:spPr>
            <a:xfrm>
              <a:off x="4550515" y="2646997"/>
              <a:ext cx="359724" cy="246697"/>
            </a:xfrm>
            <a:custGeom>
              <a:rect b="b" l="l" r="r" t="t"/>
              <a:pathLst>
                <a:path extrusionOk="0" h="246697" w="359724">
                  <a:moveTo>
                    <a:pt x="0" y="246698"/>
                  </a:moveTo>
                  <a:lnTo>
                    <a:pt x="952" y="245745"/>
                  </a:lnTo>
                  <a:lnTo>
                    <a:pt x="171298" y="0"/>
                  </a:lnTo>
                  <a:lnTo>
                    <a:pt x="171298" y="0"/>
                  </a:lnTo>
                  <a:lnTo>
                    <a:pt x="359725" y="73343"/>
                  </a:lnTo>
                  <a:lnTo>
                    <a:pt x="0" y="246698"/>
                  </a:lnTo>
                  <a:close/>
                  <a:moveTo>
                    <a:pt x="171298" y="953"/>
                  </a:moveTo>
                  <a:lnTo>
                    <a:pt x="2855" y="244793"/>
                  </a:lnTo>
                  <a:lnTo>
                    <a:pt x="356870" y="73343"/>
                  </a:lnTo>
                  <a:lnTo>
                    <a:pt x="171298" y="95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34"/>
            <p:cNvSpPr/>
            <p:nvPr/>
          </p:nvSpPr>
          <p:spPr>
            <a:xfrm>
              <a:off x="4717054" y="2718434"/>
              <a:ext cx="439663" cy="297180"/>
            </a:xfrm>
            <a:custGeom>
              <a:rect b="b" l="l" r="r" t="t"/>
              <a:pathLst>
                <a:path extrusionOk="0" h="297180" w="439663">
                  <a:moveTo>
                    <a:pt x="0" y="297180"/>
                  </a:moveTo>
                  <a:lnTo>
                    <a:pt x="192234" y="0"/>
                  </a:lnTo>
                  <a:lnTo>
                    <a:pt x="439664" y="268605"/>
                  </a:lnTo>
                  <a:lnTo>
                    <a:pt x="437761" y="268605"/>
                  </a:lnTo>
                  <a:lnTo>
                    <a:pt x="0" y="297180"/>
                  </a:lnTo>
                  <a:close/>
                  <a:moveTo>
                    <a:pt x="191282" y="2858"/>
                  </a:moveTo>
                  <a:lnTo>
                    <a:pt x="2855" y="295275"/>
                  </a:lnTo>
                  <a:lnTo>
                    <a:pt x="434905" y="267653"/>
                  </a:lnTo>
                  <a:lnTo>
                    <a:pt x="191282" y="28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34"/>
            <p:cNvSpPr/>
            <p:nvPr/>
          </p:nvSpPr>
          <p:spPr>
            <a:xfrm>
              <a:off x="4615227" y="2715577"/>
              <a:ext cx="297867" cy="300037"/>
            </a:xfrm>
            <a:custGeom>
              <a:rect b="b" l="l" r="r" t="t"/>
              <a:pathLst>
                <a:path extrusionOk="0" h="300037" w="297867">
                  <a:moveTo>
                    <a:pt x="103730" y="300038"/>
                  </a:moveTo>
                  <a:lnTo>
                    <a:pt x="103730" y="300038"/>
                  </a:lnTo>
                  <a:lnTo>
                    <a:pt x="0" y="242888"/>
                  </a:lnTo>
                  <a:lnTo>
                    <a:pt x="297868" y="0"/>
                  </a:lnTo>
                  <a:lnTo>
                    <a:pt x="103730" y="300038"/>
                  </a:lnTo>
                  <a:close/>
                  <a:moveTo>
                    <a:pt x="2855" y="242888"/>
                  </a:moveTo>
                  <a:lnTo>
                    <a:pt x="102779" y="298132"/>
                  </a:lnTo>
                  <a:lnTo>
                    <a:pt x="289303" y="8572"/>
                  </a:lnTo>
                  <a:lnTo>
                    <a:pt x="2855" y="24288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34"/>
            <p:cNvSpPr/>
            <p:nvPr/>
          </p:nvSpPr>
          <p:spPr>
            <a:xfrm>
              <a:off x="4719909" y="2646045"/>
              <a:ext cx="319755" cy="341947"/>
            </a:xfrm>
            <a:custGeom>
              <a:rect b="b" l="l" r="r" t="t"/>
              <a:pathLst>
                <a:path extrusionOk="0" h="341947" w="319755">
                  <a:moveTo>
                    <a:pt x="319756" y="341947"/>
                  </a:moveTo>
                  <a:lnTo>
                    <a:pt x="317852" y="340042"/>
                  </a:lnTo>
                  <a:lnTo>
                    <a:pt x="0" y="0"/>
                  </a:lnTo>
                  <a:lnTo>
                    <a:pt x="189379" y="73342"/>
                  </a:lnTo>
                  <a:lnTo>
                    <a:pt x="189379" y="73342"/>
                  </a:lnTo>
                  <a:lnTo>
                    <a:pt x="319756" y="341947"/>
                  </a:lnTo>
                  <a:close/>
                  <a:moveTo>
                    <a:pt x="2855" y="2858"/>
                  </a:moveTo>
                  <a:lnTo>
                    <a:pt x="316901" y="337185"/>
                  </a:lnTo>
                  <a:lnTo>
                    <a:pt x="188427" y="74295"/>
                  </a:lnTo>
                  <a:lnTo>
                    <a:pt x="2855" y="28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34"/>
            <p:cNvSpPr/>
            <p:nvPr/>
          </p:nvSpPr>
          <p:spPr>
            <a:xfrm>
              <a:off x="4907385" y="2719387"/>
              <a:ext cx="233155" cy="387667"/>
            </a:xfrm>
            <a:custGeom>
              <a:rect b="b" l="l" r="r" t="t"/>
              <a:pathLst>
                <a:path extrusionOk="0" h="387667" w="233155">
                  <a:moveTo>
                    <a:pt x="233155" y="387667"/>
                  </a:moveTo>
                  <a:lnTo>
                    <a:pt x="952" y="334328"/>
                  </a:lnTo>
                  <a:lnTo>
                    <a:pt x="952" y="334328"/>
                  </a:lnTo>
                  <a:lnTo>
                    <a:pt x="0" y="0"/>
                  </a:lnTo>
                  <a:lnTo>
                    <a:pt x="233155" y="387667"/>
                  </a:lnTo>
                  <a:close/>
                  <a:moveTo>
                    <a:pt x="2855" y="333375"/>
                  </a:moveTo>
                  <a:lnTo>
                    <a:pt x="232203" y="386715"/>
                  </a:lnTo>
                  <a:lnTo>
                    <a:pt x="1903" y="2858"/>
                  </a:lnTo>
                  <a:lnTo>
                    <a:pt x="2855" y="33337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4469624" y="2891790"/>
              <a:ext cx="200798" cy="259079"/>
            </a:xfrm>
            <a:custGeom>
              <a:rect b="b" l="l" r="r" t="t"/>
              <a:pathLst>
                <a:path extrusionOk="0" h="259079" w="200798">
                  <a:moveTo>
                    <a:pt x="200799" y="259080"/>
                  </a:moveTo>
                  <a:lnTo>
                    <a:pt x="200799" y="259080"/>
                  </a:lnTo>
                  <a:lnTo>
                    <a:pt x="0" y="209550"/>
                  </a:lnTo>
                  <a:lnTo>
                    <a:pt x="0" y="209550"/>
                  </a:lnTo>
                  <a:lnTo>
                    <a:pt x="81842" y="0"/>
                  </a:lnTo>
                  <a:lnTo>
                    <a:pt x="81842" y="952"/>
                  </a:lnTo>
                  <a:lnTo>
                    <a:pt x="200799" y="259080"/>
                  </a:lnTo>
                  <a:close/>
                  <a:moveTo>
                    <a:pt x="952" y="208597"/>
                  </a:moveTo>
                  <a:lnTo>
                    <a:pt x="198895" y="257175"/>
                  </a:lnTo>
                  <a:lnTo>
                    <a:pt x="81842" y="1905"/>
                  </a:lnTo>
                  <a:lnTo>
                    <a:pt x="952" y="20859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4468672" y="2955607"/>
              <a:ext cx="148457" cy="320992"/>
            </a:xfrm>
            <a:custGeom>
              <a:rect b="b" l="l" r="r" t="t"/>
              <a:pathLst>
                <a:path extrusionOk="0" h="320992" w="148457">
                  <a:moveTo>
                    <a:pt x="140845" y="320992"/>
                  </a:moveTo>
                  <a:lnTo>
                    <a:pt x="0" y="144780"/>
                  </a:lnTo>
                  <a:lnTo>
                    <a:pt x="952" y="143827"/>
                  </a:lnTo>
                  <a:lnTo>
                    <a:pt x="148458" y="0"/>
                  </a:lnTo>
                  <a:lnTo>
                    <a:pt x="148458" y="1905"/>
                  </a:lnTo>
                  <a:lnTo>
                    <a:pt x="140845" y="320992"/>
                  </a:lnTo>
                  <a:close/>
                  <a:moveTo>
                    <a:pt x="2855" y="145733"/>
                  </a:moveTo>
                  <a:lnTo>
                    <a:pt x="139893" y="316230"/>
                  </a:lnTo>
                  <a:lnTo>
                    <a:pt x="146555" y="5715"/>
                  </a:lnTo>
                  <a:lnTo>
                    <a:pt x="2855" y="14573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4"/>
            <p:cNvSpPr/>
            <p:nvPr/>
          </p:nvSpPr>
          <p:spPr>
            <a:xfrm>
              <a:off x="4608565" y="3013709"/>
              <a:ext cx="392081" cy="313372"/>
            </a:xfrm>
            <a:custGeom>
              <a:rect b="b" l="l" r="r" t="t"/>
              <a:pathLst>
                <a:path extrusionOk="0" h="313372" w="392081">
                  <a:moveTo>
                    <a:pt x="392081" y="313373"/>
                  </a:moveTo>
                  <a:lnTo>
                    <a:pt x="390178" y="313373"/>
                  </a:lnTo>
                  <a:lnTo>
                    <a:pt x="0" y="261938"/>
                  </a:lnTo>
                  <a:lnTo>
                    <a:pt x="110392" y="0"/>
                  </a:lnTo>
                  <a:lnTo>
                    <a:pt x="111343" y="953"/>
                  </a:lnTo>
                  <a:lnTo>
                    <a:pt x="392081" y="313373"/>
                  </a:lnTo>
                  <a:close/>
                  <a:moveTo>
                    <a:pt x="1903" y="260033"/>
                  </a:moveTo>
                  <a:lnTo>
                    <a:pt x="387323" y="311468"/>
                  </a:lnTo>
                  <a:lnTo>
                    <a:pt x="110392" y="3810"/>
                  </a:lnTo>
                  <a:lnTo>
                    <a:pt x="1903" y="26003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4"/>
            <p:cNvSpPr/>
            <p:nvPr/>
          </p:nvSpPr>
          <p:spPr>
            <a:xfrm>
              <a:off x="4668520" y="3052762"/>
              <a:ext cx="240768" cy="340995"/>
            </a:xfrm>
            <a:custGeom>
              <a:rect b="b" l="l" r="r" t="t"/>
              <a:pathLst>
                <a:path extrusionOk="0" h="340995" w="240768">
                  <a:moveTo>
                    <a:pt x="131328" y="340995"/>
                  </a:moveTo>
                  <a:lnTo>
                    <a:pt x="131328" y="340995"/>
                  </a:lnTo>
                  <a:lnTo>
                    <a:pt x="0" y="97155"/>
                  </a:lnTo>
                  <a:lnTo>
                    <a:pt x="240768" y="0"/>
                  </a:lnTo>
                  <a:lnTo>
                    <a:pt x="240768" y="953"/>
                  </a:lnTo>
                  <a:lnTo>
                    <a:pt x="131328" y="340995"/>
                  </a:lnTo>
                  <a:close/>
                  <a:moveTo>
                    <a:pt x="1903" y="97155"/>
                  </a:moveTo>
                  <a:lnTo>
                    <a:pt x="131328" y="338138"/>
                  </a:lnTo>
                  <a:lnTo>
                    <a:pt x="240768" y="953"/>
                  </a:lnTo>
                  <a:lnTo>
                    <a:pt x="1903" y="9715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4712053" y="300894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8"/>
                    <a:pt x="6904" y="11430"/>
                  </a:cubicBezTo>
                  <a:cubicBezTo>
                    <a:pt x="4049" y="12383"/>
                    <a:pt x="1194" y="10478"/>
                    <a:pt x="243" y="6668"/>
                  </a:cubicBezTo>
                  <a:cubicBezTo>
                    <a:pt x="-709" y="3810"/>
                    <a:pt x="1194" y="953"/>
                    <a:pt x="5001" y="0"/>
                  </a:cubicBezTo>
                  <a:cubicBezTo>
                    <a:pt x="7856" y="0"/>
                    <a:pt x="10711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4189838" y="2793682"/>
              <a:ext cx="281689" cy="308609"/>
            </a:xfrm>
            <a:custGeom>
              <a:rect b="b" l="l" r="r" t="t"/>
              <a:pathLst>
                <a:path extrusionOk="0" h="308609" w="281689">
                  <a:moveTo>
                    <a:pt x="281689" y="308610"/>
                  </a:moveTo>
                  <a:lnTo>
                    <a:pt x="0" y="191452"/>
                  </a:lnTo>
                  <a:lnTo>
                    <a:pt x="0" y="191452"/>
                  </a:lnTo>
                  <a:lnTo>
                    <a:pt x="17130" y="0"/>
                  </a:lnTo>
                  <a:lnTo>
                    <a:pt x="18082" y="952"/>
                  </a:lnTo>
                  <a:lnTo>
                    <a:pt x="281689" y="308610"/>
                  </a:lnTo>
                  <a:close/>
                  <a:moveTo>
                    <a:pt x="1903" y="191452"/>
                  </a:moveTo>
                  <a:lnTo>
                    <a:pt x="278834" y="306705"/>
                  </a:lnTo>
                  <a:lnTo>
                    <a:pt x="18082" y="2858"/>
                  </a:lnTo>
                  <a:lnTo>
                    <a:pt x="1903" y="191452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3642637" y="2792729"/>
              <a:ext cx="566233" cy="587692"/>
            </a:xfrm>
            <a:custGeom>
              <a:rect b="b" l="l" r="r" t="t"/>
              <a:pathLst>
                <a:path extrusionOk="0" h="587692" w="566233">
                  <a:moveTo>
                    <a:pt x="20936" y="587693"/>
                  </a:moveTo>
                  <a:lnTo>
                    <a:pt x="20936" y="586740"/>
                  </a:lnTo>
                  <a:lnTo>
                    <a:pt x="0" y="247650"/>
                  </a:lnTo>
                  <a:lnTo>
                    <a:pt x="566234" y="0"/>
                  </a:lnTo>
                  <a:lnTo>
                    <a:pt x="564330" y="1905"/>
                  </a:lnTo>
                  <a:lnTo>
                    <a:pt x="20936" y="587693"/>
                  </a:lnTo>
                  <a:close/>
                  <a:moveTo>
                    <a:pt x="952" y="248603"/>
                  </a:moveTo>
                  <a:lnTo>
                    <a:pt x="21888" y="585788"/>
                  </a:lnTo>
                  <a:lnTo>
                    <a:pt x="563379" y="2858"/>
                  </a:lnTo>
                  <a:lnTo>
                    <a:pt x="952" y="24860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4"/>
            <p:cNvSpPr/>
            <p:nvPr/>
          </p:nvSpPr>
          <p:spPr>
            <a:xfrm>
              <a:off x="3600764" y="2691765"/>
              <a:ext cx="267414" cy="351472"/>
            </a:xfrm>
            <a:custGeom>
              <a:rect b="b" l="l" r="r" t="t"/>
              <a:pathLst>
                <a:path extrusionOk="0" h="351472" w="267414">
                  <a:moveTo>
                    <a:pt x="41873" y="351472"/>
                  </a:moveTo>
                  <a:lnTo>
                    <a:pt x="0" y="120015"/>
                  </a:lnTo>
                  <a:lnTo>
                    <a:pt x="267415" y="0"/>
                  </a:lnTo>
                  <a:lnTo>
                    <a:pt x="41873" y="351472"/>
                  </a:lnTo>
                  <a:close/>
                  <a:moveTo>
                    <a:pt x="2855" y="120967"/>
                  </a:moveTo>
                  <a:lnTo>
                    <a:pt x="43776" y="346710"/>
                  </a:lnTo>
                  <a:lnTo>
                    <a:pt x="263608" y="3810"/>
                  </a:lnTo>
                  <a:lnTo>
                    <a:pt x="2855" y="12096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4"/>
            <p:cNvSpPr/>
            <p:nvPr/>
          </p:nvSpPr>
          <p:spPr>
            <a:xfrm>
              <a:off x="3662622" y="2689859"/>
              <a:ext cx="203653" cy="692467"/>
            </a:xfrm>
            <a:custGeom>
              <a:rect b="b" l="l" r="r" t="t"/>
              <a:pathLst>
                <a:path extrusionOk="0" h="692467" w="203653">
                  <a:moveTo>
                    <a:pt x="0" y="692468"/>
                  </a:moveTo>
                  <a:lnTo>
                    <a:pt x="952" y="688658"/>
                  </a:lnTo>
                  <a:lnTo>
                    <a:pt x="203654" y="0"/>
                  </a:lnTo>
                  <a:lnTo>
                    <a:pt x="203654" y="2858"/>
                  </a:lnTo>
                  <a:lnTo>
                    <a:pt x="202702" y="348615"/>
                  </a:lnTo>
                  <a:lnTo>
                    <a:pt x="202702" y="348615"/>
                  </a:lnTo>
                  <a:lnTo>
                    <a:pt x="0" y="692468"/>
                  </a:lnTo>
                  <a:close/>
                  <a:moveTo>
                    <a:pt x="202702" y="6668"/>
                  </a:moveTo>
                  <a:lnTo>
                    <a:pt x="2855" y="685800"/>
                  </a:lnTo>
                  <a:lnTo>
                    <a:pt x="201750" y="348615"/>
                  </a:lnTo>
                  <a:lnTo>
                    <a:pt x="202702" y="666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3860566" y="2688907"/>
              <a:ext cx="611912" cy="492442"/>
            </a:xfrm>
            <a:custGeom>
              <a:rect b="b" l="l" r="r" t="t"/>
              <a:pathLst>
                <a:path extrusionOk="0" h="492442" w="611912">
                  <a:moveTo>
                    <a:pt x="455842" y="492442"/>
                  </a:moveTo>
                  <a:lnTo>
                    <a:pt x="0" y="0"/>
                  </a:lnTo>
                  <a:lnTo>
                    <a:pt x="611913" y="412433"/>
                  </a:lnTo>
                  <a:lnTo>
                    <a:pt x="610961" y="413385"/>
                  </a:lnTo>
                  <a:lnTo>
                    <a:pt x="455842" y="492442"/>
                  </a:lnTo>
                  <a:close/>
                  <a:moveTo>
                    <a:pt x="11420" y="9525"/>
                  </a:moveTo>
                  <a:lnTo>
                    <a:pt x="455842" y="489585"/>
                  </a:lnTo>
                  <a:lnTo>
                    <a:pt x="608106" y="411480"/>
                  </a:lnTo>
                  <a:lnTo>
                    <a:pt x="11420" y="952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4"/>
            <p:cNvSpPr/>
            <p:nvPr/>
          </p:nvSpPr>
          <p:spPr>
            <a:xfrm>
              <a:off x="3864372" y="2984182"/>
              <a:ext cx="328320" cy="473392"/>
            </a:xfrm>
            <a:custGeom>
              <a:rect b="b" l="l" r="r" t="t"/>
              <a:pathLst>
                <a:path extrusionOk="0" h="473392" w="328320">
                  <a:moveTo>
                    <a:pt x="187476" y="473392"/>
                  </a:moveTo>
                  <a:lnTo>
                    <a:pt x="186524" y="472440"/>
                  </a:lnTo>
                  <a:lnTo>
                    <a:pt x="0" y="54292"/>
                  </a:lnTo>
                  <a:lnTo>
                    <a:pt x="952" y="54292"/>
                  </a:lnTo>
                  <a:lnTo>
                    <a:pt x="328320" y="0"/>
                  </a:lnTo>
                  <a:lnTo>
                    <a:pt x="328320" y="952"/>
                  </a:lnTo>
                  <a:lnTo>
                    <a:pt x="187476" y="473392"/>
                  </a:lnTo>
                  <a:close/>
                  <a:moveTo>
                    <a:pt x="952" y="55245"/>
                  </a:moveTo>
                  <a:lnTo>
                    <a:pt x="187476" y="470535"/>
                  </a:lnTo>
                  <a:lnTo>
                    <a:pt x="326417" y="952"/>
                  </a:lnTo>
                  <a:lnTo>
                    <a:pt x="952" y="5524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4"/>
            <p:cNvSpPr/>
            <p:nvPr/>
          </p:nvSpPr>
          <p:spPr>
            <a:xfrm>
              <a:off x="4315456" y="3178492"/>
              <a:ext cx="295012" cy="269557"/>
            </a:xfrm>
            <a:custGeom>
              <a:rect b="b" l="l" r="r" t="t"/>
              <a:pathLst>
                <a:path extrusionOk="0" h="269557" w="295012">
                  <a:moveTo>
                    <a:pt x="28550" y="269558"/>
                  </a:moveTo>
                  <a:lnTo>
                    <a:pt x="0" y="0"/>
                  </a:lnTo>
                  <a:lnTo>
                    <a:pt x="952" y="0"/>
                  </a:lnTo>
                  <a:lnTo>
                    <a:pt x="295013" y="94298"/>
                  </a:lnTo>
                  <a:lnTo>
                    <a:pt x="293109" y="95250"/>
                  </a:lnTo>
                  <a:lnTo>
                    <a:pt x="28550" y="269558"/>
                  </a:lnTo>
                  <a:close/>
                  <a:moveTo>
                    <a:pt x="1903" y="2858"/>
                  </a:moveTo>
                  <a:lnTo>
                    <a:pt x="29501" y="266700"/>
                  </a:lnTo>
                  <a:lnTo>
                    <a:pt x="291206" y="96203"/>
                  </a:lnTo>
                  <a:lnTo>
                    <a:pt x="1903" y="28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4"/>
            <p:cNvSpPr/>
            <p:nvPr/>
          </p:nvSpPr>
          <p:spPr>
            <a:xfrm>
              <a:off x="4897722" y="2709716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21082" y="8718"/>
                  </a:moveTo>
                  <a:cubicBezTo>
                    <a:pt x="22034" y="14433"/>
                    <a:pt x="18227" y="20148"/>
                    <a:pt x="12517" y="21101"/>
                  </a:cubicBezTo>
                  <a:cubicBezTo>
                    <a:pt x="6807" y="22053"/>
                    <a:pt x="1097" y="18243"/>
                    <a:pt x="146" y="12528"/>
                  </a:cubicBezTo>
                  <a:cubicBezTo>
                    <a:pt x="-806" y="6813"/>
                    <a:pt x="3001" y="1098"/>
                    <a:pt x="8711" y="146"/>
                  </a:cubicBezTo>
                  <a:cubicBezTo>
                    <a:pt x="14421" y="-807"/>
                    <a:pt x="20130" y="3003"/>
                    <a:pt x="21082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4"/>
            <p:cNvSpPr/>
            <p:nvPr/>
          </p:nvSpPr>
          <p:spPr>
            <a:xfrm>
              <a:off x="4457107" y="3092621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21082" y="8718"/>
                  </a:moveTo>
                  <a:cubicBezTo>
                    <a:pt x="22034" y="14433"/>
                    <a:pt x="18227" y="20148"/>
                    <a:pt x="12517" y="21101"/>
                  </a:cubicBezTo>
                  <a:cubicBezTo>
                    <a:pt x="6807" y="22053"/>
                    <a:pt x="1097" y="18243"/>
                    <a:pt x="146" y="12528"/>
                  </a:cubicBezTo>
                  <a:cubicBezTo>
                    <a:pt x="-806" y="6813"/>
                    <a:pt x="3001" y="1098"/>
                    <a:pt x="8711" y="146"/>
                  </a:cubicBezTo>
                  <a:cubicBezTo>
                    <a:pt x="14421" y="-807"/>
                    <a:pt x="20130" y="3003"/>
                    <a:pt x="21082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4"/>
            <p:cNvSpPr/>
            <p:nvPr/>
          </p:nvSpPr>
          <p:spPr>
            <a:xfrm>
              <a:off x="3855662" y="2683046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21082" y="8718"/>
                  </a:moveTo>
                  <a:cubicBezTo>
                    <a:pt x="22034" y="14433"/>
                    <a:pt x="18227" y="20148"/>
                    <a:pt x="12517" y="21101"/>
                  </a:cubicBezTo>
                  <a:cubicBezTo>
                    <a:pt x="6807" y="22053"/>
                    <a:pt x="1097" y="18243"/>
                    <a:pt x="146" y="12528"/>
                  </a:cubicBezTo>
                  <a:cubicBezTo>
                    <a:pt x="-806" y="6813"/>
                    <a:pt x="3001" y="1098"/>
                    <a:pt x="8711" y="146"/>
                  </a:cubicBezTo>
                  <a:cubicBezTo>
                    <a:pt x="14421" y="-807"/>
                    <a:pt x="19179" y="3003"/>
                    <a:pt x="21082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4610226" y="2953459"/>
              <a:ext cx="11904" cy="11915"/>
            </a:xfrm>
            <a:custGeom>
              <a:rect b="b" l="l" r="r" t="t"/>
              <a:pathLst>
                <a:path extrusionOk="0" h="11915" w="11904">
                  <a:moveTo>
                    <a:pt x="11662" y="5005"/>
                  </a:moveTo>
                  <a:cubicBezTo>
                    <a:pt x="12614" y="7863"/>
                    <a:pt x="10711" y="10720"/>
                    <a:pt x="6904" y="11673"/>
                  </a:cubicBezTo>
                  <a:cubicBezTo>
                    <a:pt x="4049" y="12625"/>
                    <a:pt x="1194" y="10720"/>
                    <a:pt x="242" y="6910"/>
                  </a:cubicBezTo>
                  <a:cubicBezTo>
                    <a:pt x="-709" y="4053"/>
                    <a:pt x="1194" y="1195"/>
                    <a:pt x="5001" y="243"/>
                  </a:cubicBezTo>
                  <a:cubicBezTo>
                    <a:pt x="7856" y="-710"/>
                    <a:pt x="10711" y="1195"/>
                    <a:pt x="11662" y="500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4546465" y="2886784"/>
              <a:ext cx="11904" cy="11915"/>
            </a:xfrm>
            <a:custGeom>
              <a:rect b="b" l="l" r="r" t="t"/>
              <a:pathLst>
                <a:path extrusionOk="0" h="11915" w="11904">
                  <a:moveTo>
                    <a:pt x="11662" y="5005"/>
                  </a:moveTo>
                  <a:cubicBezTo>
                    <a:pt x="12614" y="7863"/>
                    <a:pt x="10711" y="10720"/>
                    <a:pt x="6904" y="11673"/>
                  </a:cubicBezTo>
                  <a:cubicBezTo>
                    <a:pt x="4049" y="12625"/>
                    <a:pt x="1194" y="10720"/>
                    <a:pt x="242" y="6910"/>
                  </a:cubicBezTo>
                  <a:cubicBezTo>
                    <a:pt x="-709" y="4053"/>
                    <a:pt x="1194" y="1195"/>
                    <a:pt x="5001" y="243"/>
                  </a:cubicBezTo>
                  <a:cubicBezTo>
                    <a:pt x="8807" y="-710"/>
                    <a:pt x="11662" y="1195"/>
                    <a:pt x="11662" y="500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4201015" y="278892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7"/>
                    <a:pt x="6904" y="11430"/>
                  </a:cubicBezTo>
                  <a:cubicBezTo>
                    <a:pt x="4049" y="12383"/>
                    <a:pt x="1194" y="10477"/>
                    <a:pt x="242" y="6667"/>
                  </a:cubicBezTo>
                  <a:cubicBezTo>
                    <a:pt x="-709" y="3810"/>
                    <a:pt x="1194" y="952"/>
                    <a:pt x="5001" y="0"/>
                  </a:cubicBezTo>
                  <a:cubicBezTo>
                    <a:pt x="8807" y="0"/>
                    <a:pt x="11662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4184837" y="297942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7"/>
                    <a:pt x="6904" y="11430"/>
                  </a:cubicBezTo>
                  <a:cubicBezTo>
                    <a:pt x="4049" y="12383"/>
                    <a:pt x="1194" y="10477"/>
                    <a:pt x="242" y="6667"/>
                  </a:cubicBezTo>
                  <a:cubicBezTo>
                    <a:pt x="-709" y="3810"/>
                    <a:pt x="1194" y="952"/>
                    <a:pt x="5001" y="0"/>
                  </a:cubicBezTo>
                  <a:cubicBezTo>
                    <a:pt x="7856" y="0"/>
                    <a:pt x="10711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3858420" y="303561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8"/>
                    <a:pt x="6904" y="11430"/>
                  </a:cubicBezTo>
                  <a:cubicBezTo>
                    <a:pt x="4049" y="12383"/>
                    <a:pt x="1194" y="10478"/>
                    <a:pt x="242" y="6667"/>
                  </a:cubicBezTo>
                  <a:cubicBezTo>
                    <a:pt x="-709" y="3810"/>
                    <a:pt x="1194" y="953"/>
                    <a:pt x="5001" y="0"/>
                  </a:cubicBezTo>
                  <a:cubicBezTo>
                    <a:pt x="7856" y="0"/>
                    <a:pt x="10711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34"/>
            <p:cNvSpPr/>
            <p:nvPr/>
          </p:nvSpPr>
          <p:spPr>
            <a:xfrm>
              <a:off x="4309504" y="3174495"/>
              <a:ext cx="11904" cy="11859"/>
            </a:xfrm>
            <a:custGeom>
              <a:rect b="b" l="l" r="r" t="t"/>
              <a:pathLst>
                <a:path extrusionOk="0" h="11859" w="11904">
                  <a:moveTo>
                    <a:pt x="11662" y="4949"/>
                  </a:moveTo>
                  <a:cubicBezTo>
                    <a:pt x="12614" y="7807"/>
                    <a:pt x="10711" y="10664"/>
                    <a:pt x="6904" y="11617"/>
                  </a:cubicBezTo>
                  <a:cubicBezTo>
                    <a:pt x="4049" y="12569"/>
                    <a:pt x="1194" y="10664"/>
                    <a:pt x="243" y="6854"/>
                  </a:cubicBezTo>
                  <a:cubicBezTo>
                    <a:pt x="-709" y="3997"/>
                    <a:pt x="1194" y="1139"/>
                    <a:pt x="5001" y="187"/>
                  </a:cubicBezTo>
                  <a:cubicBezTo>
                    <a:pt x="7856" y="-766"/>
                    <a:pt x="10711" y="2092"/>
                    <a:pt x="11662" y="49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4"/>
            <p:cNvSpPr/>
            <p:nvPr/>
          </p:nvSpPr>
          <p:spPr>
            <a:xfrm>
              <a:off x="4714908" y="2641282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7"/>
                    <a:pt x="6904" y="11430"/>
                  </a:cubicBezTo>
                  <a:cubicBezTo>
                    <a:pt x="4049" y="12383"/>
                    <a:pt x="1194" y="10477"/>
                    <a:pt x="242" y="6667"/>
                  </a:cubicBezTo>
                  <a:cubicBezTo>
                    <a:pt x="-709" y="3810"/>
                    <a:pt x="1194" y="952"/>
                    <a:pt x="5001" y="0"/>
                  </a:cubicBezTo>
                  <a:cubicBezTo>
                    <a:pt x="8807" y="0"/>
                    <a:pt x="11662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4"/>
            <p:cNvSpPr/>
            <p:nvPr/>
          </p:nvSpPr>
          <p:spPr>
            <a:xfrm>
              <a:off x="3913858" y="3178492"/>
              <a:ext cx="403501" cy="278129"/>
            </a:xfrm>
            <a:custGeom>
              <a:rect b="b" l="l" r="r" t="t"/>
              <a:pathLst>
                <a:path extrusionOk="0" h="278129" w="403501">
                  <a:moveTo>
                    <a:pt x="298819" y="278130"/>
                  </a:moveTo>
                  <a:lnTo>
                    <a:pt x="298819" y="278130"/>
                  </a:lnTo>
                  <a:lnTo>
                    <a:pt x="0" y="200978"/>
                  </a:lnTo>
                  <a:lnTo>
                    <a:pt x="1903" y="200025"/>
                  </a:lnTo>
                  <a:lnTo>
                    <a:pt x="403501" y="0"/>
                  </a:lnTo>
                  <a:lnTo>
                    <a:pt x="402549" y="1905"/>
                  </a:lnTo>
                  <a:lnTo>
                    <a:pt x="298819" y="278130"/>
                  </a:lnTo>
                  <a:close/>
                  <a:moveTo>
                    <a:pt x="4758" y="200978"/>
                  </a:moveTo>
                  <a:lnTo>
                    <a:pt x="296916" y="277178"/>
                  </a:lnTo>
                  <a:lnTo>
                    <a:pt x="399694" y="3810"/>
                  </a:lnTo>
                  <a:lnTo>
                    <a:pt x="4758" y="20097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3" name="Google Shape;803;p34"/>
          <p:cNvGrpSpPr/>
          <p:nvPr/>
        </p:nvGrpSpPr>
        <p:grpSpPr>
          <a:xfrm>
            <a:off x="2800824" y="3182607"/>
            <a:ext cx="3461163" cy="1425892"/>
            <a:chOff x="3519874" y="4165282"/>
            <a:chExt cx="3461163" cy="1425892"/>
          </a:xfrm>
        </p:grpSpPr>
        <p:sp>
          <p:nvSpPr>
            <p:cNvPr id="804" name="Google Shape;804;p34"/>
            <p:cNvSpPr/>
            <p:nvPr/>
          </p:nvSpPr>
          <p:spPr>
            <a:xfrm>
              <a:off x="5219527" y="449294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0477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34"/>
            <p:cNvSpPr/>
            <p:nvPr/>
          </p:nvSpPr>
          <p:spPr>
            <a:xfrm>
              <a:off x="4966387" y="5000625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47583" y="23813"/>
                  </a:moveTo>
                  <a:cubicBezTo>
                    <a:pt x="47583" y="36964"/>
                    <a:pt x="36931" y="47625"/>
                    <a:pt x="23791" y="47625"/>
                  </a:cubicBezTo>
                  <a:cubicBezTo>
                    <a:pt x="10652" y="47625"/>
                    <a:pt x="0" y="36964"/>
                    <a:pt x="0" y="23813"/>
                  </a:cubicBezTo>
                  <a:cubicBezTo>
                    <a:pt x="0" y="10661"/>
                    <a:pt x="10652" y="0"/>
                    <a:pt x="23791" y="0"/>
                  </a:cubicBezTo>
                  <a:cubicBezTo>
                    <a:pt x="36931" y="0"/>
                    <a:pt x="47583" y="10661"/>
                    <a:pt x="47583" y="238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34"/>
            <p:cNvSpPr/>
            <p:nvPr/>
          </p:nvSpPr>
          <p:spPr>
            <a:xfrm>
              <a:off x="5461247" y="5078730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7"/>
                    <a:pt x="36163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34"/>
            <p:cNvSpPr/>
            <p:nvPr/>
          </p:nvSpPr>
          <p:spPr>
            <a:xfrm>
              <a:off x="4078494" y="4893944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1" y="81915"/>
                    <a:pt x="0" y="63818"/>
                    <a:pt x="0" y="40958"/>
                  </a:cubicBezTo>
                  <a:cubicBezTo>
                    <a:pt x="0" y="18098"/>
                    <a:pt x="18081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3813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34"/>
            <p:cNvSpPr/>
            <p:nvPr/>
          </p:nvSpPr>
          <p:spPr>
            <a:xfrm>
              <a:off x="6841144" y="4498657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2" y="81915"/>
                    <a:pt x="0" y="63818"/>
                    <a:pt x="0" y="40958"/>
                  </a:cubicBezTo>
                  <a:cubicBezTo>
                    <a:pt x="0" y="18098"/>
                    <a:pt x="18082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4765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3583635" y="4686300"/>
              <a:ext cx="76132" cy="76200"/>
            </a:xfrm>
            <a:custGeom>
              <a:rect b="b" l="l" r="r" t="t"/>
              <a:pathLst>
                <a:path extrusionOk="0" h="76200" w="76132">
                  <a:moveTo>
                    <a:pt x="38066" y="76200"/>
                  </a:moveTo>
                  <a:cubicBezTo>
                    <a:pt x="17130" y="76200"/>
                    <a:pt x="0" y="59055"/>
                    <a:pt x="0" y="38100"/>
                  </a:cubicBezTo>
                  <a:cubicBezTo>
                    <a:pt x="0" y="17145"/>
                    <a:pt x="17130" y="0"/>
                    <a:pt x="38066" y="0"/>
                  </a:cubicBezTo>
                  <a:cubicBezTo>
                    <a:pt x="59002" y="0"/>
                    <a:pt x="76132" y="17145"/>
                    <a:pt x="76132" y="38100"/>
                  </a:cubicBezTo>
                  <a:cubicBezTo>
                    <a:pt x="76132" y="59055"/>
                    <a:pt x="59002" y="76200"/>
                    <a:pt x="38066" y="76200"/>
                  </a:cubicBezTo>
                  <a:close/>
                  <a:moveTo>
                    <a:pt x="38066" y="4763"/>
                  </a:moveTo>
                  <a:cubicBezTo>
                    <a:pt x="19985" y="4763"/>
                    <a:pt x="4758" y="20003"/>
                    <a:pt x="4758" y="38100"/>
                  </a:cubicBezTo>
                  <a:cubicBezTo>
                    <a:pt x="4758" y="56197"/>
                    <a:pt x="19985" y="71438"/>
                    <a:pt x="38066" y="71438"/>
                  </a:cubicBezTo>
                  <a:cubicBezTo>
                    <a:pt x="56148" y="71438"/>
                    <a:pt x="71374" y="56197"/>
                    <a:pt x="71374" y="38100"/>
                  </a:cubicBezTo>
                  <a:cubicBezTo>
                    <a:pt x="71374" y="20003"/>
                    <a:pt x="56148" y="4763"/>
                    <a:pt x="38066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34"/>
            <p:cNvSpPr/>
            <p:nvPr/>
          </p:nvSpPr>
          <p:spPr>
            <a:xfrm>
              <a:off x="6173083" y="482441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1430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4"/>
            <p:cNvSpPr/>
            <p:nvPr/>
          </p:nvSpPr>
          <p:spPr>
            <a:xfrm>
              <a:off x="5870458" y="439007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4"/>
            <p:cNvSpPr/>
            <p:nvPr/>
          </p:nvSpPr>
          <p:spPr>
            <a:xfrm>
              <a:off x="4058510" y="4765357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8"/>
                    <a:pt x="10468" y="47625"/>
                    <a:pt x="23791" y="47625"/>
                  </a:cubicBezTo>
                  <a:cubicBezTo>
                    <a:pt x="37115" y="47625"/>
                    <a:pt x="47583" y="37148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5039664" y="478059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70" y="0"/>
                    <a:pt x="51389" y="11430"/>
                    <a:pt x="51389" y="25718"/>
                  </a:cubicBezTo>
                  <a:cubicBezTo>
                    <a:pt x="51389" y="40005"/>
                    <a:pt x="39970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34"/>
            <p:cNvSpPr/>
            <p:nvPr/>
          </p:nvSpPr>
          <p:spPr>
            <a:xfrm>
              <a:off x="6572778" y="4946332"/>
              <a:ext cx="51440" cy="51435"/>
            </a:xfrm>
            <a:custGeom>
              <a:rect b="b" l="l" r="r" t="t"/>
              <a:pathLst>
                <a:path extrusionOk="0" h="51435" w="51440">
                  <a:moveTo>
                    <a:pt x="25694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2341" y="39053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5954203" y="455485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40921" y="51435"/>
                    <a:pt x="25694" y="51435"/>
                  </a:cubicBezTo>
                  <a:close/>
                  <a:moveTo>
                    <a:pt x="25694" y="4763"/>
                  </a:moveTo>
                  <a:cubicBezTo>
                    <a:pt x="14275" y="4763"/>
                    <a:pt x="4758" y="14288"/>
                    <a:pt x="4758" y="25717"/>
                  </a:cubicBezTo>
                  <a:cubicBezTo>
                    <a:pt x="4758" y="37147"/>
                    <a:pt x="14275" y="46672"/>
                    <a:pt x="25694" y="46672"/>
                  </a:cubicBezTo>
                  <a:cubicBezTo>
                    <a:pt x="37114" y="46672"/>
                    <a:pt x="46631" y="37147"/>
                    <a:pt x="46631" y="25717"/>
                  </a:cubicBezTo>
                  <a:cubicBezTo>
                    <a:pt x="47583" y="14288"/>
                    <a:pt x="38066" y="4763"/>
                    <a:pt x="25694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3761594" y="426624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39053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5598285" y="491680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4560983" y="4412932"/>
              <a:ext cx="51389" cy="51435"/>
            </a:xfrm>
            <a:custGeom>
              <a:rect b="b" l="l" r="r" t="t"/>
              <a:pathLst>
                <a:path extrusionOk="0" h="51435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40005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4"/>
            <p:cNvSpPr/>
            <p:nvPr/>
          </p:nvSpPr>
          <p:spPr>
            <a:xfrm>
              <a:off x="5612560" y="4545330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4"/>
            <p:cNvSpPr/>
            <p:nvPr/>
          </p:nvSpPr>
          <p:spPr>
            <a:xfrm>
              <a:off x="5636351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4"/>
            <p:cNvSpPr/>
            <p:nvPr/>
          </p:nvSpPr>
          <p:spPr>
            <a:xfrm>
              <a:off x="5750549" y="47015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4"/>
            <p:cNvSpPr/>
            <p:nvPr/>
          </p:nvSpPr>
          <p:spPr>
            <a:xfrm>
              <a:off x="5024438" y="5394959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34"/>
            <p:cNvSpPr/>
            <p:nvPr/>
          </p:nvSpPr>
          <p:spPr>
            <a:xfrm>
              <a:off x="5612560" y="49301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4"/>
            <p:cNvSpPr/>
            <p:nvPr/>
          </p:nvSpPr>
          <p:spPr>
            <a:xfrm>
              <a:off x="5220478" y="487203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34"/>
            <p:cNvSpPr/>
            <p:nvPr/>
          </p:nvSpPr>
          <p:spPr>
            <a:xfrm>
              <a:off x="6254926" y="475392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4"/>
            <p:cNvSpPr/>
            <p:nvPr/>
          </p:nvSpPr>
          <p:spPr>
            <a:xfrm>
              <a:off x="6091241" y="511492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4"/>
            <p:cNvSpPr/>
            <p:nvPr/>
          </p:nvSpPr>
          <p:spPr>
            <a:xfrm>
              <a:off x="5894249" y="4836794"/>
              <a:ext cx="22944" cy="22860"/>
            </a:xfrm>
            <a:custGeom>
              <a:rect b="b" l="l" r="r" t="t"/>
              <a:pathLst>
                <a:path extrusionOk="0" h="22860" w="22944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3791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4"/>
            <p:cNvSpPr/>
            <p:nvPr/>
          </p:nvSpPr>
          <p:spPr>
            <a:xfrm>
              <a:off x="5137685" y="51263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6551841" y="47129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34"/>
            <p:cNvSpPr/>
            <p:nvPr/>
          </p:nvSpPr>
          <p:spPr>
            <a:xfrm>
              <a:off x="6079821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2840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4"/>
            <p:cNvSpPr/>
            <p:nvPr/>
          </p:nvSpPr>
          <p:spPr>
            <a:xfrm>
              <a:off x="6823063" y="4836794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4"/>
            <p:cNvSpPr/>
            <p:nvPr/>
          </p:nvSpPr>
          <p:spPr>
            <a:xfrm>
              <a:off x="6359608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34"/>
            <p:cNvSpPr/>
            <p:nvPr/>
          </p:nvSpPr>
          <p:spPr>
            <a:xfrm>
              <a:off x="5107232" y="4680584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34"/>
            <p:cNvSpPr/>
            <p:nvPr/>
          </p:nvSpPr>
          <p:spPr>
            <a:xfrm>
              <a:off x="5002550" y="42557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34"/>
            <p:cNvSpPr/>
            <p:nvPr/>
          </p:nvSpPr>
          <p:spPr>
            <a:xfrm>
              <a:off x="4107996" y="49234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34"/>
            <p:cNvSpPr/>
            <p:nvPr/>
          </p:nvSpPr>
          <p:spPr>
            <a:xfrm>
              <a:off x="4374459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4"/>
            <p:cNvSpPr/>
            <p:nvPr/>
          </p:nvSpPr>
          <p:spPr>
            <a:xfrm>
              <a:off x="3657864" y="46310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34"/>
            <p:cNvSpPr/>
            <p:nvPr/>
          </p:nvSpPr>
          <p:spPr>
            <a:xfrm>
              <a:off x="3739706" y="4872037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34"/>
            <p:cNvSpPr/>
            <p:nvPr/>
          </p:nvSpPr>
          <p:spPr>
            <a:xfrm>
              <a:off x="4335441" y="4522469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4"/>
            <p:cNvSpPr/>
            <p:nvPr/>
          </p:nvSpPr>
          <p:spPr>
            <a:xfrm>
              <a:off x="4107996" y="424338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34"/>
            <p:cNvSpPr/>
            <p:nvPr/>
          </p:nvSpPr>
          <p:spPr>
            <a:xfrm>
              <a:off x="4799848" y="452723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4"/>
            <p:cNvSpPr/>
            <p:nvPr/>
          </p:nvSpPr>
          <p:spPr>
            <a:xfrm>
              <a:off x="3608378" y="516636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34"/>
            <p:cNvSpPr/>
            <p:nvPr/>
          </p:nvSpPr>
          <p:spPr>
            <a:xfrm>
              <a:off x="5544041" y="478440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5478376" y="529113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34"/>
            <p:cNvSpPr/>
            <p:nvPr/>
          </p:nvSpPr>
          <p:spPr>
            <a:xfrm>
              <a:off x="5260448" y="47358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34"/>
            <p:cNvSpPr/>
            <p:nvPr/>
          </p:nvSpPr>
          <p:spPr>
            <a:xfrm>
              <a:off x="5229995" y="557784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34"/>
            <p:cNvSpPr/>
            <p:nvPr/>
          </p:nvSpPr>
          <p:spPr>
            <a:xfrm>
              <a:off x="5292804" y="510825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1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1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2858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4"/>
            <p:cNvSpPr/>
            <p:nvPr/>
          </p:nvSpPr>
          <p:spPr>
            <a:xfrm>
              <a:off x="4451543" y="41824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4"/>
            <p:cNvSpPr/>
            <p:nvPr/>
          </p:nvSpPr>
          <p:spPr>
            <a:xfrm>
              <a:off x="5875216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4"/>
            <p:cNvSpPr/>
            <p:nvPr/>
          </p:nvSpPr>
          <p:spPr>
            <a:xfrm>
              <a:off x="5979898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34"/>
            <p:cNvSpPr/>
            <p:nvPr/>
          </p:nvSpPr>
          <p:spPr>
            <a:xfrm>
              <a:off x="5950397" y="501777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5813358" y="478440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5743888" y="52311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5023486" y="49234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5058697" y="479964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6757399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6686976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6933454" y="47710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8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5549750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4641873" y="54187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6214004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6629877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9517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6066498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6556600" y="48301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4"/>
            <p:cNvSpPr/>
            <p:nvPr/>
          </p:nvSpPr>
          <p:spPr>
            <a:xfrm>
              <a:off x="6967714" y="46977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3519874" y="45100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4010927" y="459581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4"/>
            <p:cNvSpPr/>
            <p:nvPr/>
          </p:nvSpPr>
          <p:spPr>
            <a:xfrm>
              <a:off x="4556224" y="46624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4195548" y="5160644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0" name="Google Shape;870;p34"/>
          <p:cNvGrpSpPr/>
          <p:nvPr/>
        </p:nvGrpSpPr>
        <p:grpSpPr>
          <a:xfrm>
            <a:off x="3987866" y="1624349"/>
            <a:ext cx="130891" cy="2080723"/>
            <a:chOff x="10613232" y="952845"/>
            <a:chExt cx="48534" cy="771524"/>
          </a:xfrm>
        </p:grpSpPr>
        <p:grpSp>
          <p:nvGrpSpPr>
            <p:cNvPr id="871" name="Google Shape;871;p34"/>
            <p:cNvGrpSpPr/>
            <p:nvPr/>
          </p:nvGrpSpPr>
          <p:grpSpPr>
            <a:xfrm>
              <a:off x="10653202" y="952845"/>
              <a:ext cx="8564" cy="389572"/>
              <a:chOff x="9392527" y="1541145"/>
              <a:chExt cx="8564" cy="389572"/>
            </a:xfrm>
          </p:grpSpPr>
          <p:sp>
            <p:nvSpPr>
              <p:cNvPr id="872" name="Google Shape;872;p34"/>
              <p:cNvSpPr/>
              <p:nvPr/>
            </p:nvSpPr>
            <p:spPr>
              <a:xfrm>
                <a:off x="9392527" y="192595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4"/>
              <p:cNvSpPr/>
              <p:nvPr/>
            </p:nvSpPr>
            <p:spPr>
              <a:xfrm>
                <a:off x="9392527" y="1872614"/>
                <a:ext cx="8564" cy="37147"/>
              </a:xfrm>
              <a:custGeom>
                <a:rect b="b" l="l" r="r" t="t"/>
                <a:pathLst>
                  <a:path extrusionOk="0" h="37147" w="8564">
                    <a:moveTo>
                      <a:pt x="8565" y="37148"/>
                    </a:moveTo>
                    <a:lnTo>
                      <a:pt x="0" y="37148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8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4"/>
              <p:cNvSpPr/>
              <p:nvPr/>
            </p:nvSpPr>
            <p:spPr>
              <a:xfrm>
                <a:off x="9392527" y="1580197"/>
                <a:ext cx="8564" cy="257175"/>
              </a:xfrm>
              <a:custGeom>
                <a:rect b="b" l="l" r="r" t="t"/>
                <a:pathLst>
                  <a:path extrusionOk="0" h="257175" w="8564">
                    <a:moveTo>
                      <a:pt x="8565" y="257175"/>
                    </a:moveTo>
                    <a:lnTo>
                      <a:pt x="0" y="257175"/>
                    </a:lnTo>
                    <a:lnTo>
                      <a:pt x="0" y="247650"/>
                    </a:lnTo>
                    <a:lnTo>
                      <a:pt x="8565" y="247650"/>
                    </a:lnTo>
                    <a:lnTo>
                      <a:pt x="8565" y="257175"/>
                    </a:lnTo>
                    <a:close/>
                    <a:moveTo>
                      <a:pt x="8565" y="232410"/>
                    </a:moveTo>
                    <a:lnTo>
                      <a:pt x="0" y="232410"/>
                    </a:lnTo>
                    <a:lnTo>
                      <a:pt x="0" y="214313"/>
                    </a:lnTo>
                    <a:lnTo>
                      <a:pt x="8565" y="214313"/>
                    </a:lnTo>
                    <a:lnTo>
                      <a:pt x="8565" y="232410"/>
                    </a:lnTo>
                    <a:close/>
                    <a:moveTo>
                      <a:pt x="8565" y="203835"/>
                    </a:moveTo>
                    <a:lnTo>
                      <a:pt x="0" y="203835"/>
                    </a:lnTo>
                    <a:lnTo>
                      <a:pt x="0" y="194310"/>
                    </a:lnTo>
                    <a:lnTo>
                      <a:pt x="8565" y="194310"/>
                    </a:lnTo>
                    <a:lnTo>
                      <a:pt x="8565" y="203835"/>
                    </a:lnTo>
                    <a:close/>
                    <a:moveTo>
                      <a:pt x="8565" y="160020"/>
                    </a:moveTo>
                    <a:lnTo>
                      <a:pt x="0" y="160020"/>
                    </a:lnTo>
                    <a:lnTo>
                      <a:pt x="0" y="150495"/>
                    </a:lnTo>
                    <a:lnTo>
                      <a:pt x="8565" y="150495"/>
                    </a:lnTo>
                    <a:lnTo>
                      <a:pt x="8565" y="160020"/>
                    </a:lnTo>
                    <a:close/>
                    <a:moveTo>
                      <a:pt x="8565" y="134302"/>
                    </a:moveTo>
                    <a:lnTo>
                      <a:pt x="0" y="134302"/>
                    </a:lnTo>
                    <a:lnTo>
                      <a:pt x="0" y="116205"/>
                    </a:lnTo>
                    <a:lnTo>
                      <a:pt x="8565" y="116205"/>
                    </a:lnTo>
                    <a:lnTo>
                      <a:pt x="8565" y="134302"/>
                    </a:lnTo>
                    <a:close/>
                    <a:moveTo>
                      <a:pt x="8565" y="106680"/>
                    </a:moveTo>
                    <a:lnTo>
                      <a:pt x="0" y="106680"/>
                    </a:lnTo>
                    <a:lnTo>
                      <a:pt x="0" y="97155"/>
                    </a:lnTo>
                    <a:lnTo>
                      <a:pt x="8565" y="97155"/>
                    </a:lnTo>
                    <a:lnTo>
                      <a:pt x="8565" y="106680"/>
                    </a:lnTo>
                    <a:close/>
                    <a:moveTo>
                      <a:pt x="8565" y="62865"/>
                    </a:moveTo>
                    <a:lnTo>
                      <a:pt x="0" y="62865"/>
                    </a:lnTo>
                    <a:lnTo>
                      <a:pt x="0" y="53340"/>
                    </a:lnTo>
                    <a:lnTo>
                      <a:pt x="8565" y="53340"/>
                    </a:lnTo>
                    <a:lnTo>
                      <a:pt x="8565" y="62865"/>
                    </a:lnTo>
                    <a:close/>
                    <a:moveTo>
                      <a:pt x="8565" y="37147"/>
                    </a:moveTo>
                    <a:lnTo>
                      <a:pt x="0" y="37147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7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34"/>
              <p:cNvSpPr/>
              <p:nvPr/>
            </p:nvSpPr>
            <p:spPr>
              <a:xfrm>
                <a:off x="9392527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6" name="Google Shape;876;p34"/>
            <p:cNvGrpSpPr/>
            <p:nvPr/>
          </p:nvGrpSpPr>
          <p:grpSpPr>
            <a:xfrm>
              <a:off x="10613232" y="956655"/>
              <a:ext cx="4758" cy="767714"/>
              <a:chOff x="9352557" y="1544955"/>
              <a:chExt cx="4758" cy="767714"/>
            </a:xfrm>
          </p:grpSpPr>
          <p:sp>
            <p:nvSpPr>
              <p:cNvPr id="877" name="Google Shape;877;p34"/>
              <p:cNvSpPr/>
              <p:nvPr/>
            </p:nvSpPr>
            <p:spPr>
              <a:xfrm>
                <a:off x="9352557" y="2310765"/>
                <a:ext cx="4758" cy="1904"/>
              </a:xfrm>
              <a:custGeom>
                <a:rect b="b" l="l" r="r" t="t"/>
                <a:pathLst>
                  <a:path extrusionOk="0" h="1904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4"/>
              <p:cNvSpPr/>
              <p:nvPr/>
            </p:nvSpPr>
            <p:spPr>
              <a:xfrm>
                <a:off x="9352557" y="2290762"/>
                <a:ext cx="4758" cy="18097"/>
              </a:xfrm>
              <a:custGeom>
                <a:rect b="b" l="l" r="r" t="t"/>
                <a:pathLst>
                  <a:path extrusionOk="0" h="18097" w="4758">
                    <a:moveTo>
                      <a:pt x="4758" y="18097"/>
                    </a:moveTo>
                    <a:lnTo>
                      <a:pt x="0" y="18097"/>
                    </a:lnTo>
                    <a:lnTo>
                      <a:pt x="0" y="14288"/>
                    </a:lnTo>
                    <a:lnTo>
                      <a:pt x="4758" y="14288"/>
                    </a:lnTo>
                    <a:lnTo>
                      <a:pt x="4758" y="18097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34"/>
              <p:cNvSpPr/>
              <p:nvPr/>
            </p:nvSpPr>
            <p:spPr>
              <a:xfrm>
                <a:off x="9352557" y="1553527"/>
                <a:ext cx="4758" cy="729614"/>
              </a:xfrm>
              <a:custGeom>
                <a:rect b="b" l="l" r="r" t="t"/>
                <a:pathLst>
                  <a:path extrusionOk="0" h="729614" w="4758">
                    <a:moveTo>
                      <a:pt x="4758" y="729615"/>
                    </a:moveTo>
                    <a:lnTo>
                      <a:pt x="0" y="729615"/>
                    </a:lnTo>
                    <a:lnTo>
                      <a:pt x="0" y="725805"/>
                    </a:lnTo>
                    <a:lnTo>
                      <a:pt x="4758" y="725805"/>
                    </a:lnTo>
                    <a:lnTo>
                      <a:pt x="4758" y="729615"/>
                    </a:lnTo>
                    <a:close/>
                    <a:moveTo>
                      <a:pt x="4758" y="723900"/>
                    </a:moveTo>
                    <a:lnTo>
                      <a:pt x="0" y="723900"/>
                    </a:lnTo>
                    <a:lnTo>
                      <a:pt x="0" y="720090"/>
                    </a:lnTo>
                    <a:lnTo>
                      <a:pt x="4758" y="720090"/>
                    </a:lnTo>
                    <a:lnTo>
                      <a:pt x="4758" y="723900"/>
                    </a:lnTo>
                    <a:close/>
                    <a:moveTo>
                      <a:pt x="4758" y="708660"/>
                    </a:moveTo>
                    <a:lnTo>
                      <a:pt x="0" y="708660"/>
                    </a:lnTo>
                    <a:lnTo>
                      <a:pt x="0" y="703898"/>
                    </a:lnTo>
                    <a:lnTo>
                      <a:pt x="4758" y="703898"/>
                    </a:lnTo>
                    <a:lnTo>
                      <a:pt x="4758" y="708660"/>
                    </a:lnTo>
                    <a:close/>
                    <a:moveTo>
                      <a:pt x="4758" y="698183"/>
                    </a:moveTo>
                    <a:lnTo>
                      <a:pt x="0" y="698183"/>
                    </a:lnTo>
                    <a:lnTo>
                      <a:pt x="0" y="694373"/>
                    </a:lnTo>
                    <a:lnTo>
                      <a:pt x="4758" y="694373"/>
                    </a:lnTo>
                    <a:lnTo>
                      <a:pt x="4758" y="698183"/>
                    </a:lnTo>
                    <a:close/>
                    <a:moveTo>
                      <a:pt x="4758" y="691515"/>
                    </a:moveTo>
                    <a:lnTo>
                      <a:pt x="0" y="691515"/>
                    </a:lnTo>
                    <a:lnTo>
                      <a:pt x="0" y="687705"/>
                    </a:lnTo>
                    <a:lnTo>
                      <a:pt x="4758" y="687705"/>
                    </a:lnTo>
                    <a:lnTo>
                      <a:pt x="4758" y="691515"/>
                    </a:lnTo>
                    <a:close/>
                    <a:moveTo>
                      <a:pt x="4758" y="676275"/>
                    </a:moveTo>
                    <a:lnTo>
                      <a:pt x="0" y="676275"/>
                    </a:lnTo>
                    <a:lnTo>
                      <a:pt x="0" y="672465"/>
                    </a:lnTo>
                    <a:lnTo>
                      <a:pt x="4758" y="672465"/>
                    </a:lnTo>
                    <a:lnTo>
                      <a:pt x="4758" y="676275"/>
                    </a:lnTo>
                    <a:close/>
                    <a:moveTo>
                      <a:pt x="4758" y="665798"/>
                    </a:moveTo>
                    <a:lnTo>
                      <a:pt x="0" y="665798"/>
                    </a:lnTo>
                    <a:lnTo>
                      <a:pt x="0" y="661988"/>
                    </a:lnTo>
                    <a:lnTo>
                      <a:pt x="4758" y="661988"/>
                    </a:lnTo>
                    <a:lnTo>
                      <a:pt x="4758" y="665798"/>
                    </a:lnTo>
                    <a:close/>
                    <a:moveTo>
                      <a:pt x="4758" y="659130"/>
                    </a:moveTo>
                    <a:lnTo>
                      <a:pt x="0" y="659130"/>
                    </a:lnTo>
                    <a:lnTo>
                      <a:pt x="0" y="655320"/>
                    </a:lnTo>
                    <a:lnTo>
                      <a:pt x="4758" y="655320"/>
                    </a:lnTo>
                    <a:lnTo>
                      <a:pt x="4758" y="659130"/>
                    </a:lnTo>
                    <a:close/>
                    <a:moveTo>
                      <a:pt x="4758" y="644843"/>
                    </a:moveTo>
                    <a:lnTo>
                      <a:pt x="0" y="644843"/>
                    </a:lnTo>
                    <a:lnTo>
                      <a:pt x="0" y="641033"/>
                    </a:lnTo>
                    <a:lnTo>
                      <a:pt x="4758" y="641033"/>
                    </a:lnTo>
                    <a:lnTo>
                      <a:pt x="4758" y="644843"/>
                    </a:lnTo>
                    <a:close/>
                    <a:moveTo>
                      <a:pt x="4758" y="633413"/>
                    </a:moveTo>
                    <a:lnTo>
                      <a:pt x="0" y="633413"/>
                    </a:lnTo>
                    <a:lnTo>
                      <a:pt x="0" y="629603"/>
                    </a:lnTo>
                    <a:lnTo>
                      <a:pt x="4758" y="629603"/>
                    </a:lnTo>
                    <a:lnTo>
                      <a:pt x="4758" y="633413"/>
                    </a:lnTo>
                    <a:close/>
                    <a:moveTo>
                      <a:pt x="4758" y="627698"/>
                    </a:moveTo>
                    <a:lnTo>
                      <a:pt x="0" y="627698"/>
                    </a:lnTo>
                    <a:lnTo>
                      <a:pt x="0" y="623888"/>
                    </a:lnTo>
                    <a:lnTo>
                      <a:pt x="4758" y="623888"/>
                    </a:lnTo>
                    <a:lnTo>
                      <a:pt x="4758" y="627698"/>
                    </a:lnTo>
                    <a:close/>
                    <a:moveTo>
                      <a:pt x="4758" y="612458"/>
                    </a:moveTo>
                    <a:lnTo>
                      <a:pt x="0" y="612458"/>
                    </a:lnTo>
                    <a:lnTo>
                      <a:pt x="0" y="608648"/>
                    </a:lnTo>
                    <a:lnTo>
                      <a:pt x="4758" y="608648"/>
                    </a:lnTo>
                    <a:lnTo>
                      <a:pt x="4758" y="612458"/>
                    </a:lnTo>
                    <a:close/>
                    <a:moveTo>
                      <a:pt x="4758" y="601980"/>
                    </a:moveTo>
                    <a:lnTo>
                      <a:pt x="0" y="601980"/>
                    </a:lnTo>
                    <a:lnTo>
                      <a:pt x="0" y="598170"/>
                    </a:lnTo>
                    <a:lnTo>
                      <a:pt x="4758" y="598170"/>
                    </a:lnTo>
                    <a:lnTo>
                      <a:pt x="4758" y="601980"/>
                    </a:lnTo>
                    <a:close/>
                    <a:moveTo>
                      <a:pt x="4758" y="595313"/>
                    </a:moveTo>
                    <a:lnTo>
                      <a:pt x="0" y="595313"/>
                    </a:lnTo>
                    <a:lnTo>
                      <a:pt x="0" y="591503"/>
                    </a:lnTo>
                    <a:lnTo>
                      <a:pt x="4758" y="591503"/>
                    </a:lnTo>
                    <a:lnTo>
                      <a:pt x="4758" y="595313"/>
                    </a:lnTo>
                    <a:close/>
                    <a:moveTo>
                      <a:pt x="4758" y="580073"/>
                    </a:moveTo>
                    <a:lnTo>
                      <a:pt x="0" y="580073"/>
                    </a:lnTo>
                    <a:lnTo>
                      <a:pt x="0" y="576263"/>
                    </a:lnTo>
                    <a:lnTo>
                      <a:pt x="4758" y="576263"/>
                    </a:lnTo>
                    <a:lnTo>
                      <a:pt x="4758" y="580073"/>
                    </a:lnTo>
                    <a:close/>
                    <a:moveTo>
                      <a:pt x="4758" y="569595"/>
                    </a:moveTo>
                    <a:lnTo>
                      <a:pt x="0" y="569595"/>
                    </a:lnTo>
                    <a:lnTo>
                      <a:pt x="0" y="565785"/>
                    </a:lnTo>
                    <a:lnTo>
                      <a:pt x="4758" y="565785"/>
                    </a:lnTo>
                    <a:lnTo>
                      <a:pt x="4758" y="569595"/>
                    </a:lnTo>
                    <a:close/>
                    <a:moveTo>
                      <a:pt x="4758" y="562928"/>
                    </a:moveTo>
                    <a:lnTo>
                      <a:pt x="0" y="562928"/>
                    </a:lnTo>
                    <a:lnTo>
                      <a:pt x="0" y="559118"/>
                    </a:lnTo>
                    <a:lnTo>
                      <a:pt x="4758" y="559118"/>
                    </a:lnTo>
                    <a:lnTo>
                      <a:pt x="4758" y="562928"/>
                    </a:lnTo>
                    <a:close/>
                    <a:moveTo>
                      <a:pt x="4758" y="548640"/>
                    </a:moveTo>
                    <a:lnTo>
                      <a:pt x="0" y="548640"/>
                    </a:lnTo>
                    <a:lnTo>
                      <a:pt x="0" y="544830"/>
                    </a:lnTo>
                    <a:lnTo>
                      <a:pt x="4758" y="544830"/>
                    </a:lnTo>
                    <a:lnTo>
                      <a:pt x="4758" y="548640"/>
                    </a:lnTo>
                    <a:close/>
                    <a:moveTo>
                      <a:pt x="4758" y="538163"/>
                    </a:moveTo>
                    <a:lnTo>
                      <a:pt x="0" y="538163"/>
                    </a:lnTo>
                    <a:lnTo>
                      <a:pt x="0" y="534353"/>
                    </a:lnTo>
                    <a:lnTo>
                      <a:pt x="4758" y="534353"/>
                    </a:lnTo>
                    <a:lnTo>
                      <a:pt x="4758" y="538163"/>
                    </a:lnTo>
                    <a:close/>
                    <a:moveTo>
                      <a:pt x="4758" y="531495"/>
                    </a:moveTo>
                    <a:lnTo>
                      <a:pt x="0" y="531495"/>
                    </a:lnTo>
                    <a:lnTo>
                      <a:pt x="0" y="527685"/>
                    </a:lnTo>
                    <a:lnTo>
                      <a:pt x="4758" y="527685"/>
                    </a:lnTo>
                    <a:lnTo>
                      <a:pt x="4758" y="531495"/>
                    </a:lnTo>
                    <a:close/>
                    <a:moveTo>
                      <a:pt x="4758" y="516255"/>
                    </a:moveTo>
                    <a:lnTo>
                      <a:pt x="0" y="516255"/>
                    </a:lnTo>
                    <a:lnTo>
                      <a:pt x="0" y="512445"/>
                    </a:lnTo>
                    <a:lnTo>
                      <a:pt x="4758" y="512445"/>
                    </a:lnTo>
                    <a:lnTo>
                      <a:pt x="4758" y="516255"/>
                    </a:lnTo>
                    <a:close/>
                    <a:moveTo>
                      <a:pt x="4758" y="505778"/>
                    </a:moveTo>
                    <a:lnTo>
                      <a:pt x="0" y="505778"/>
                    </a:lnTo>
                    <a:lnTo>
                      <a:pt x="0" y="501968"/>
                    </a:lnTo>
                    <a:lnTo>
                      <a:pt x="4758" y="501968"/>
                    </a:lnTo>
                    <a:lnTo>
                      <a:pt x="4758" y="505778"/>
                    </a:lnTo>
                    <a:close/>
                    <a:moveTo>
                      <a:pt x="4758" y="499110"/>
                    </a:moveTo>
                    <a:lnTo>
                      <a:pt x="0" y="499110"/>
                    </a:lnTo>
                    <a:lnTo>
                      <a:pt x="0" y="495300"/>
                    </a:lnTo>
                    <a:lnTo>
                      <a:pt x="4758" y="495300"/>
                    </a:lnTo>
                    <a:lnTo>
                      <a:pt x="4758" y="499110"/>
                    </a:lnTo>
                    <a:close/>
                    <a:moveTo>
                      <a:pt x="4758" y="484823"/>
                    </a:moveTo>
                    <a:lnTo>
                      <a:pt x="0" y="484823"/>
                    </a:lnTo>
                    <a:lnTo>
                      <a:pt x="0" y="481013"/>
                    </a:lnTo>
                    <a:lnTo>
                      <a:pt x="4758" y="481013"/>
                    </a:lnTo>
                    <a:lnTo>
                      <a:pt x="4758" y="484823"/>
                    </a:lnTo>
                    <a:close/>
                    <a:moveTo>
                      <a:pt x="4758" y="473393"/>
                    </a:moveTo>
                    <a:lnTo>
                      <a:pt x="0" y="473393"/>
                    </a:lnTo>
                    <a:lnTo>
                      <a:pt x="0" y="469583"/>
                    </a:lnTo>
                    <a:lnTo>
                      <a:pt x="4758" y="469583"/>
                    </a:lnTo>
                    <a:lnTo>
                      <a:pt x="4758" y="473393"/>
                    </a:lnTo>
                    <a:close/>
                    <a:moveTo>
                      <a:pt x="4758" y="467678"/>
                    </a:moveTo>
                    <a:lnTo>
                      <a:pt x="0" y="467678"/>
                    </a:lnTo>
                    <a:lnTo>
                      <a:pt x="0" y="463868"/>
                    </a:lnTo>
                    <a:lnTo>
                      <a:pt x="4758" y="463868"/>
                    </a:lnTo>
                    <a:lnTo>
                      <a:pt x="4758" y="467678"/>
                    </a:lnTo>
                    <a:close/>
                    <a:moveTo>
                      <a:pt x="4758" y="452438"/>
                    </a:moveTo>
                    <a:lnTo>
                      <a:pt x="0" y="452438"/>
                    </a:lnTo>
                    <a:lnTo>
                      <a:pt x="0" y="448628"/>
                    </a:lnTo>
                    <a:lnTo>
                      <a:pt x="4758" y="448628"/>
                    </a:lnTo>
                    <a:lnTo>
                      <a:pt x="4758" y="452438"/>
                    </a:lnTo>
                    <a:close/>
                    <a:moveTo>
                      <a:pt x="4758" y="441960"/>
                    </a:moveTo>
                    <a:lnTo>
                      <a:pt x="0" y="441960"/>
                    </a:lnTo>
                    <a:lnTo>
                      <a:pt x="0" y="437198"/>
                    </a:lnTo>
                    <a:lnTo>
                      <a:pt x="4758" y="437198"/>
                    </a:lnTo>
                    <a:lnTo>
                      <a:pt x="4758" y="441960"/>
                    </a:lnTo>
                    <a:close/>
                    <a:moveTo>
                      <a:pt x="4758" y="435293"/>
                    </a:moveTo>
                    <a:lnTo>
                      <a:pt x="0" y="435293"/>
                    </a:lnTo>
                    <a:lnTo>
                      <a:pt x="0" y="431483"/>
                    </a:lnTo>
                    <a:lnTo>
                      <a:pt x="4758" y="431483"/>
                    </a:lnTo>
                    <a:lnTo>
                      <a:pt x="4758" y="435293"/>
                    </a:lnTo>
                    <a:close/>
                    <a:moveTo>
                      <a:pt x="4758" y="420053"/>
                    </a:moveTo>
                    <a:lnTo>
                      <a:pt x="0" y="420053"/>
                    </a:lnTo>
                    <a:lnTo>
                      <a:pt x="0" y="416243"/>
                    </a:lnTo>
                    <a:lnTo>
                      <a:pt x="4758" y="416243"/>
                    </a:lnTo>
                    <a:lnTo>
                      <a:pt x="4758" y="420053"/>
                    </a:lnTo>
                    <a:close/>
                    <a:moveTo>
                      <a:pt x="4758" y="409575"/>
                    </a:moveTo>
                    <a:lnTo>
                      <a:pt x="0" y="409575"/>
                    </a:lnTo>
                    <a:lnTo>
                      <a:pt x="0" y="405765"/>
                    </a:lnTo>
                    <a:lnTo>
                      <a:pt x="4758" y="405765"/>
                    </a:lnTo>
                    <a:lnTo>
                      <a:pt x="4758" y="409575"/>
                    </a:lnTo>
                    <a:close/>
                    <a:moveTo>
                      <a:pt x="4758" y="402908"/>
                    </a:moveTo>
                    <a:lnTo>
                      <a:pt x="0" y="402908"/>
                    </a:lnTo>
                    <a:lnTo>
                      <a:pt x="0" y="399098"/>
                    </a:lnTo>
                    <a:lnTo>
                      <a:pt x="4758" y="399098"/>
                    </a:lnTo>
                    <a:lnTo>
                      <a:pt x="4758" y="402908"/>
                    </a:lnTo>
                    <a:close/>
                    <a:moveTo>
                      <a:pt x="4758" y="388620"/>
                    </a:moveTo>
                    <a:lnTo>
                      <a:pt x="0" y="388620"/>
                    </a:lnTo>
                    <a:lnTo>
                      <a:pt x="0" y="384810"/>
                    </a:lnTo>
                    <a:lnTo>
                      <a:pt x="4758" y="384810"/>
                    </a:lnTo>
                    <a:lnTo>
                      <a:pt x="4758" y="388620"/>
                    </a:lnTo>
                    <a:close/>
                    <a:moveTo>
                      <a:pt x="4758" y="377190"/>
                    </a:moveTo>
                    <a:lnTo>
                      <a:pt x="0" y="377190"/>
                    </a:lnTo>
                    <a:lnTo>
                      <a:pt x="0" y="373380"/>
                    </a:lnTo>
                    <a:lnTo>
                      <a:pt x="4758" y="373380"/>
                    </a:lnTo>
                    <a:lnTo>
                      <a:pt x="4758" y="377190"/>
                    </a:lnTo>
                    <a:close/>
                    <a:moveTo>
                      <a:pt x="4758" y="371475"/>
                    </a:moveTo>
                    <a:lnTo>
                      <a:pt x="0" y="371475"/>
                    </a:lnTo>
                    <a:lnTo>
                      <a:pt x="0" y="367665"/>
                    </a:lnTo>
                    <a:lnTo>
                      <a:pt x="4758" y="367665"/>
                    </a:lnTo>
                    <a:lnTo>
                      <a:pt x="4758" y="371475"/>
                    </a:lnTo>
                    <a:close/>
                    <a:moveTo>
                      <a:pt x="4758" y="356235"/>
                    </a:moveTo>
                    <a:lnTo>
                      <a:pt x="0" y="356235"/>
                    </a:lnTo>
                    <a:lnTo>
                      <a:pt x="0" y="352425"/>
                    </a:lnTo>
                    <a:lnTo>
                      <a:pt x="4758" y="352425"/>
                    </a:lnTo>
                    <a:lnTo>
                      <a:pt x="4758" y="356235"/>
                    </a:lnTo>
                    <a:close/>
                    <a:moveTo>
                      <a:pt x="4758" y="345758"/>
                    </a:moveTo>
                    <a:lnTo>
                      <a:pt x="0" y="345758"/>
                    </a:lnTo>
                    <a:lnTo>
                      <a:pt x="0" y="341948"/>
                    </a:lnTo>
                    <a:lnTo>
                      <a:pt x="4758" y="341948"/>
                    </a:lnTo>
                    <a:lnTo>
                      <a:pt x="4758" y="345758"/>
                    </a:lnTo>
                    <a:close/>
                    <a:moveTo>
                      <a:pt x="4758" y="339090"/>
                    </a:moveTo>
                    <a:lnTo>
                      <a:pt x="0" y="339090"/>
                    </a:lnTo>
                    <a:lnTo>
                      <a:pt x="0" y="335280"/>
                    </a:lnTo>
                    <a:lnTo>
                      <a:pt x="4758" y="335280"/>
                    </a:lnTo>
                    <a:lnTo>
                      <a:pt x="4758" y="339090"/>
                    </a:lnTo>
                    <a:close/>
                    <a:moveTo>
                      <a:pt x="4758" y="323850"/>
                    </a:moveTo>
                    <a:lnTo>
                      <a:pt x="0" y="323850"/>
                    </a:lnTo>
                    <a:lnTo>
                      <a:pt x="0" y="320040"/>
                    </a:lnTo>
                    <a:lnTo>
                      <a:pt x="4758" y="320040"/>
                    </a:lnTo>
                    <a:lnTo>
                      <a:pt x="4758" y="323850"/>
                    </a:lnTo>
                    <a:close/>
                    <a:moveTo>
                      <a:pt x="4758" y="313373"/>
                    </a:moveTo>
                    <a:lnTo>
                      <a:pt x="0" y="313373"/>
                    </a:lnTo>
                    <a:lnTo>
                      <a:pt x="0" y="309563"/>
                    </a:lnTo>
                    <a:lnTo>
                      <a:pt x="4758" y="309563"/>
                    </a:lnTo>
                    <a:lnTo>
                      <a:pt x="4758" y="313373"/>
                    </a:lnTo>
                    <a:close/>
                    <a:moveTo>
                      <a:pt x="4758" y="307658"/>
                    </a:moveTo>
                    <a:lnTo>
                      <a:pt x="0" y="307658"/>
                    </a:lnTo>
                    <a:lnTo>
                      <a:pt x="0" y="303848"/>
                    </a:lnTo>
                    <a:lnTo>
                      <a:pt x="4758" y="303848"/>
                    </a:lnTo>
                    <a:lnTo>
                      <a:pt x="4758" y="307658"/>
                    </a:lnTo>
                    <a:close/>
                    <a:moveTo>
                      <a:pt x="4758" y="292418"/>
                    </a:moveTo>
                    <a:lnTo>
                      <a:pt x="0" y="292418"/>
                    </a:lnTo>
                    <a:lnTo>
                      <a:pt x="0" y="288608"/>
                    </a:lnTo>
                    <a:lnTo>
                      <a:pt x="4758" y="288608"/>
                    </a:lnTo>
                    <a:lnTo>
                      <a:pt x="4758" y="292418"/>
                    </a:lnTo>
                    <a:close/>
                    <a:moveTo>
                      <a:pt x="4758" y="281940"/>
                    </a:moveTo>
                    <a:lnTo>
                      <a:pt x="0" y="281940"/>
                    </a:lnTo>
                    <a:lnTo>
                      <a:pt x="0" y="278130"/>
                    </a:lnTo>
                    <a:lnTo>
                      <a:pt x="4758" y="278130"/>
                    </a:lnTo>
                    <a:lnTo>
                      <a:pt x="4758" y="281940"/>
                    </a:lnTo>
                    <a:close/>
                    <a:moveTo>
                      <a:pt x="4758" y="275273"/>
                    </a:moveTo>
                    <a:lnTo>
                      <a:pt x="0" y="275273"/>
                    </a:lnTo>
                    <a:lnTo>
                      <a:pt x="0" y="271463"/>
                    </a:lnTo>
                    <a:lnTo>
                      <a:pt x="4758" y="271463"/>
                    </a:lnTo>
                    <a:lnTo>
                      <a:pt x="4758" y="275273"/>
                    </a:lnTo>
                    <a:close/>
                    <a:moveTo>
                      <a:pt x="4758" y="260033"/>
                    </a:moveTo>
                    <a:lnTo>
                      <a:pt x="0" y="260033"/>
                    </a:lnTo>
                    <a:lnTo>
                      <a:pt x="0" y="256223"/>
                    </a:lnTo>
                    <a:lnTo>
                      <a:pt x="4758" y="256223"/>
                    </a:lnTo>
                    <a:lnTo>
                      <a:pt x="4758" y="260033"/>
                    </a:lnTo>
                    <a:close/>
                    <a:moveTo>
                      <a:pt x="4758" y="249555"/>
                    </a:moveTo>
                    <a:lnTo>
                      <a:pt x="0" y="249555"/>
                    </a:lnTo>
                    <a:lnTo>
                      <a:pt x="0" y="245745"/>
                    </a:lnTo>
                    <a:lnTo>
                      <a:pt x="4758" y="245745"/>
                    </a:lnTo>
                    <a:lnTo>
                      <a:pt x="4758" y="249555"/>
                    </a:lnTo>
                    <a:close/>
                    <a:moveTo>
                      <a:pt x="4758" y="242888"/>
                    </a:moveTo>
                    <a:lnTo>
                      <a:pt x="0" y="242888"/>
                    </a:lnTo>
                    <a:lnTo>
                      <a:pt x="0" y="239077"/>
                    </a:lnTo>
                    <a:lnTo>
                      <a:pt x="4758" y="239077"/>
                    </a:lnTo>
                    <a:lnTo>
                      <a:pt x="4758" y="242888"/>
                    </a:lnTo>
                    <a:close/>
                    <a:moveTo>
                      <a:pt x="4758" y="228600"/>
                    </a:moveTo>
                    <a:lnTo>
                      <a:pt x="0" y="228600"/>
                    </a:lnTo>
                    <a:lnTo>
                      <a:pt x="0" y="224790"/>
                    </a:lnTo>
                    <a:lnTo>
                      <a:pt x="4758" y="224790"/>
                    </a:lnTo>
                    <a:lnTo>
                      <a:pt x="4758" y="228600"/>
                    </a:lnTo>
                    <a:close/>
                    <a:moveTo>
                      <a:pt x="4758" y="217170"/>
                    </a:moveTo>
                    <a:lnTo>
                      <a:pt x="0" y="217170"/>
                    </a:lnTo>
                    <a:lnTo>
                      <a:pt x="0" y="213360"/>
                    </a:lnTo>
                    <a:lnTo>
                      <a:pt x="4758" y="213360"/>
                    </a:lnTo>
                    <a:lnTo>
                      <a:pt x="4758" y="217170"/>
                    </a:lnTo>
                    <a:close/>
                    <a:moveTo>
                      <a:pt x="4758" y="211455"/>
                    </a:moveTo>
                    <a:lnTo>
                      <a:pt x="0" y="211455"/>
                    </a:lnTo>
                    <a:lnTo>
                      <a:pt x="0" y="207645"/>
                    </a:lnTo>
                    <a:lnTo>
                      <a:pt x="4758" y="207645"/>
                    </a:lnTo>
                    <a:lnTo>
                      <a:pt x="4758" y="211455"/>
                    </a:lnTo>
                    <a:close/>
                    <a:moveTo>
                      <a:pt x="4758" y="196215"/>
                    </a:moveTo>
                    <a:lnTo>
                      <a:pt x="0" y="196215"/>
                    </a:lnTo>
                    <a:lnTo>
                      <a:pt x="0" y="192405"/>
                    </a:lnTo>
                    <a:lnTo>
                      <a:pt x="4758" y="192405"/>
                    </a:lnTo>
                    <a:lnTo>
                      <a:pt x="4758" y="196215"/>
                    </a:lnTo>
                    <a:close/>
                    <a:moveTo>
                      <a:pt x="4758" y="185738"/>
                    </a:moveTo>
                    <a:lnTo>
                      <a:pt x="0" y="185738"/>
                    </a:lnTo>
                    <a:lnTo>
                      <a:pt x="0" y="181927"/>
                    </a:lnTo>
                    <a:lnTo>
                      <a:pt x="4758" y="181927"/>
                    </a:lnTo>
                    <a:lnTo>
                      <a:pt x="4758" y="185738"/>
                    </a:lnTo>
                    <a:close/>
                    <a:moveTo>
                      <a:pt x="4758" y="179070"/>
                    </a:moveTo>
                    <a:lnTo>
                      <a:pt x="0" y="179070"/>
                    </a:lnTo>
                    <a:lnTo>
                      <a:pt x="0" y="175260"/>
                    </a:lnTo>
                    <a:lnTo>
                      <a:pt x="4758" y="175260"/>
                    </a:lnTo>
                    <a:lnTo>
                      <a:pt x="4758" y="179070"/>
                    </a:lnTo>
                    <a:close/>
                    <a:moveTo>
                      <a:pt x="4758" y="163830"/>
                    </a:moveTo>
                    <a:lnTo>
                      <a:pt x="0" y="163830"/>
                    </a:lnTo>
                    <a:lnTo>
                      <a:pt x="0" y="160020"/>
                    </a:lnTo>
                    <a:lnTo>
                      <a:pt x="4758" y="160020"/>
                    </a:lnTo>
                    <a:lnTo>
                      <a:pt x="4758" y="163830"/>
                    </a:lnTo>
                    <a:close/>
                    <a:moveTo>
                      <a:pt x="4758" y="153352"/>
                    </a:moveTo>
                    <a:lnTo>
                      <a:pt x="0" y="153352"/>
                    </a:lnTo>
                    <a:lnTo>
                      <a:pt x="0" y="149543"/>
                    </a:lnTo>
                    <a:lnTo>
                      <a:pt x="4758" y="149543"/>
                    </a:lnTo>
                    <a:lnTo>
                      <a:pt x="4758" y="153352"/>
                    </a:lnTo>
                    <a:close/>
                    <a:moveTo>
                      <a:pt x="4758" y="146685"/>
                    </a:moveTo>
                    <a:lnTo>
                      <a:pt x="0" y="146685"/>
                    </a:lnTo>
                    <a:lnTo>
                      <a:pt x="0" y="142875"/>
                    </a:lnTo>
                    <a:lnTo>
                      <a:pt x="4758" y="142875"/>
                    </a:lnTo>
                    <a:lnTo>
                      <a:pt x="4758" y="146685"/>
                    </a:lnTo>
                    <a:close/>
                    <a:moveTo>
                      <a:pt x="4758" y="132398"/>
                    </a:moveTo>
                    <a:lnTo>
                      <a:pt x="0" y="132398"/>
                    </a:lnTo>
                    <a:lnTo>
                      <a:pt x="0" y="128588"/>
                    </a:lnTo>
                    <a:lnTo>
                      <a:pt x="4758" y="128588"/>
                    </a:lnTo>
                    <a:lnTo>
                      <a:pt x="4758" y="132398"/>
                    </a:lnTo>
                    <a:close/>
                    <a:moveTo>
                      <a:pt x="4758" y="121920"/>
                    </a:moveTo>
                    <a:lnTo>
                      <a:pt x="0" y="121920"/>
                    </a:lnTo>
                    <a:lnTo>
                      <a:pt x="0" y="118110"/>
                    </a:lnTo>
                    <a:lnTo>
                      <a:pt x="4758" y="118110"/>
                    </a:lnTo>
                    <a:lnTo>
                      <a:pt x="4758" y="121920"/>
                    </a:lnTo>
                    <a:close/>
                    <a:moveTo>
                      <a:pt x="4758" y="115252"/>
                    </a:moveTo>
                    <a:lnTo>
                      <a:pt x="0" y="115252"/>
                    </a:lnTo>
                    <a:lnTo>
                      <a:pt x="0" y="111443"/>
                    </a:lnTo>
                    <a:lnTo>
                      <a:pt x="4758" y="111443"/>
                    </a:lnTo>
                    <a:lnTo>
                      <a:pt x="4758" y="115252"/>
                    </a:lnTo>
                    <a:close/>
                    <a:moveTo>
                      <a:pt x="4758" y="100013"/>
                    </a:moveTo>
                    <a:lnTo>
                      <a:pt x="0" y="100013"/>
                    </a:lnTo>
                    <a:lnTo>
                      <a:pt x="0" y="96203"/>
                    </a:lnTo>
                    <a:lnTo>
                      <a:pt x="4758" y="96203"/>
                    </a:lnTo>
                    <a:lnTo>
                      <a:pt x="4758" y="100013"/>
                    </a:lnTo>
                    <a:close/>
                    <a:moveTo>
                      <a:pt x="4758" y="89535"/>
                    </a:moveTo>
                    <a:lnTo>
                      <a:pt x="0" y="89535"/>
                    </a:lnTo>
                    <a:lnTo>
                      <a:pt x="0" y="84773"/>
                    </a:lnTo>
                    <a:lnTo>
                      <a:pt x="4758" y="84773"/>
                    </a:lnTo>
                    <a:lnTo>
                      <a:pt x="4758" y="89535"/>
                    </a:lnTo>
                    <a:close/>
                    <a:moveTo>
                      <a:pt x="4758" y="82868"/>
                    </a:moveTo>
                    <a:lnTo>
                      <a:pt x="0" y="82868"/>
                    </a:lnTo>
                    <a:lnTo>
                      <a:pt x="0" y="79058"/>
                    </a:lnTo>
                    <a:lnTo>
                      <a:pt x="4758" y="79058"/>
                    </a:lnTo>
                    <a:lnTo>
                      <a:pt x="4758" y="82868"/>
                    </a:lnTo>
                    <a:close/>
                    <a:moveTo>
                      <a:pt x="4758" y="67628"/>
                    </a:moveTo>
                    <a:lnTo>
                      <a:pt x="0" y="67628"/>
                    </a:lnTo>
                    <a:lnTo>
                      <a:pt x="0" y="63818"/>
                    </a:lnTo>
                    <a:lnTo>
                      <a:pt x="4758" y="63818"/>
                    </a:lnTo>
                    <a:lnTo>
                      <a:pt x="4758" y="67628"/>
                    </a:lnTo>
                    <a:close/>
                    <a:moveTo>
                      <a:pt x="4758" y="57150"/>
                    </a:moveTo>
                    <a:lnTo>
                      <a:pt x="0" y="57150"/>
                    </a:lnTo>
                    <a:lnTo>
                      <a:pt x="0" y="53340"/>
                    </a:lnTo>
                    <a:lnTo>
                      <a:pt x="4758" y="53340"/>
                    </a:lnTo>
                    <a:lnTo>
                      <a:pt x="4758" y="57150"/>
                    </a:lnTo>
                    <a:close/>
                    <a:moveTo>
                      <a:pt x="4758" y="51435"/>
                    </a:moveTo>
                    <a:lnTo>
                      <a:pt x="0" y="51435"/>
                    </a:lnTo>
                    <a:lnTo>
                      <a:pt x="0" y="46673"/>
                    </a:lnTo>
                    <a:lnTo>
                      <a:pt x="4758" y="46673"/>
                    </a:lnTo>
                    <a:lnTo>
                      <a:pt x="4758" y="51435"/>
                    </a:lnTo>
                    <a:close/>
                    <a:moveTo>
                      <a:pt x="4758" y="36195"/>
                    </a:moveTo>
                    <a:lnTo>
                      <a:pt x="0" y="36195"/>
                    </a:lnTo>
                    <a:lnTo>
                      <a:pt x="0" y="32385"/>
                    </a:lnTo>
                    <a:lnTo>
                      <a:pt x="4758" y="32385"/>
                    </a:lnTo>
                    <a:lnTo>
                      <a:pt x="4758" y="36195"/>
                    </a:lnTo>
                    <a:close/>
                    <a:moveTo>
                      <a:pt x="4758" y="25718"/>
                    </a:moveTo>
                    <a:lnTo>
                      <a:pt x="0" y="25718"/>
                    </a:lnTo>
                    <a:lnTo>
                      <a:pt x="0" y="21908"/>
                    </a:lnTo>
                    <a:lnTo>
                      <a:pt x="4758" y="21908"/>
                    </a:lnTo>
                    <a:lnTo>
                      <a:pt x="4758" y="25718"/>
                    </a:lnTo>
                    <a:close/>
                    <a:moveTo>
                      <a:pt x="4758" y="19050"/>
                    </a:moveTo>
                    <a:lnTo>
                      <a:pt x="0" y="19050"/>
                    </a:lnTo>
                    <a:lnTo>
                      <a:pt x="0" y="15240"/>
                    </a:lnTo>
                    <a:lnTo>
                      <a:pt x="4758" y="15240"/>
                    </a:lnTo>
                    <a:lnTo>
                      <a:pt x="4758" y="19050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34"/>
              <p:cNvSpPr/>
              <p:nvPr/>
            </p:nvSpPr>
            <p:spPr>
              <a:xfrm>
                <a:off x="9352557" y="1544955"/>
                <a:ext cx="4758" cy="1905"/>
              </a:xfrm>
              <a:custGeom>
                <a:rect b="b" l="l" r="r" t="t"/>
                <a:pathLst>
                  <a:path extrusionOk="0" h="1905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1" name="Google Shape;881;p34"/>
          <p:cNvGrpSpPr/>
          <p:nvPr/>
        </p:nvGrpSpPr>
        <p:grpSpPr>
          <a:xfrm>
            <a:off x="715019" y="1766843"/>
            <a:ext cx="1987033" cy="2943845"/>
            <a:chOff x="715019" y="1624343"/>
            <a:chExt cx="1987033" cy="2943845"/>
          </a:xfrm>
        </p:grpSpPr>
        <p:grpSp>
          <p:nvGrpSpPr>
            <p:cNvPr id="882" name="Google Shape;882;p34"/>
            <p:cNvGrpSpPr/>
            <p:nvPr/>
          </p:nvGrpSpPr>
          <p:grpSpPr>
            <a:xfrm>
              <a:off x="2678956" y="1624343"/>
              <a:ext cx="23096" cy="1746779"/>
              <a:chOff x="8867214" y="1541145"/>
              <a:chExt cx="8564" cy="647699"/>
            </a:xfrm>
          </p:grpSpPr>
          <p:sp>
            <p:nvSpPr>
              <p:cNvPr id="883" name="Google Shape;883;p34"/>
              <p:cNvSpPr/>
              <p:nvPr/>
            </p:nvSpPr>
            <p:spPr>
              <a:xfrm>
                <a:off x="8867214" y="2184082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3"/>
                    </a:lnTo>
                    <a:lnTo>
                      <a:pt x="0" y="47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34"/>
              <p:cNvSpPr/>
              <p:nvPr/>
            </p:nvSpPr>
            <p:spPr>
              <a:xfrm>
                <a:off x="8867214" y="2133600"/>
                <a:ext cx="8564" cy="35242"/>
              </a:xfrm>
              <a:custGeom>
                <a:rect b="b" l="l" r="r" t="t"/>
                <a:pathLst>
                  <a:path extrusionOk="0" h="35242" w="8564">
                    <a:moveTo>
                      <a:pt x="8565" y="35242"/>
                    </a:moveTo>
                    <a:lnTo>
                      <a:pt x="0" y="35242"/>
                    </a:lnTo>
                    <a:lnTo>
                      <a:pt x="0" y="18098"/>
                    </a:lnTo>
                    <a:lnTo>
                      <a:pt x="8565" y="18098"/>
                    </a:lnTo>
                    <a:lnTo>
                      <a:pt x="8565" y="35242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34"/>
              <p:cNvSpPr/>
              <p:nvPr/>
            </p:nvSpPr>
            <p:spPr>
              <a:xfrm>
                <a:off x="8867214" y="1579244"/>
                <a:ext cx="8564" cy="521969"/>
              </a:xfrm>
              <a:custGeom>
                <a:rect b="b" l="l" r="r" t="t"/>
                <a:pathLst>
                  <a:path extrusionOk="0" h="521969" w="8564">
                    <a:moveTo>
                      <a:pt x="8565" y="521970"/>
                    </a:moveTo>
                    <a:lnTo>
                      <a:pt x="0" y="521970"/>
                    </a:lnTo>
                    <a:lnTo>
                      <a:pt x="0" y="513397"/>
                    </a:lnTo>
                    <a:lnTo>
                      <a:pt x="8565" y="513397"/>
                    </a:lnTo>
                    <a:lnTo>
                      <a:pt x="8565" y="521970"/>
                    </a:lnTo>
                    <a:close/>
                    <a:moveTo>
                      <a:pt x="8565" y="497205"/>
                    </a:moveTo>
                    <a:lnTo>
                      <a:pt x="0" y="497205"/>
                    </a:lnTo>
                    <a:lnTo>
                      <a:pt x="0" y="480060"/>
                    </a:lnTo>
                    <a:lnTo>
                      <a:pt x="8565" y="480060"/>
                    </a:lnTo>
                    <a:lnTo>
                      <a:pt x="8565" y="497205"/>
                    </a:lnTo>
                    <a:close/>
                    <a:moveTo>
                      <a:pt x="8565" y="470535"/>
                    </a:moveTo>
                    <a:lnTo>
                      <a:pt x="0" y="470535"/>
                    </a:lnTo>
                    <a:lnTo>
                      <a:pt x="0" y="461963"/>
                    </a:lnTo>
                    <a:lnTo>
                      <a:pt x="8565" y="461963"/>
                    </a:lnTo>
                    <a:lnTo>
                      <a:pt x="8565" y="470535"/>
                    </a:lnTo>
                    <a:close/>
                    <a:moveTo>
                      <a:pt x="8565" y="428625"/>
                    </a:moveTo>
                    <a:lnTo>
                      <a:pt x="0" y="428625"/>
                    </a:lnTo>
                    <a:lnTo>
                      <a:pt x="0" y="420053"/>
                    </a:lnTo>
                    <a:lnTo>
                      <a:pt x="8565" y="420053"/>
                    </a:lnTo>
                    <a:lnTo>
                      <a:pt x="8565" y="428625"/>
                    </a:lnTo>
                    <a:close/>
                    <a:moveTo>
                      <a:pt x="8565" y="404813"/>
                    </a:moveTo>
                    <a:lnTo>
                      <a:pt x="0" y="404813"/>
                    </a:lnTo>
                    <a:lnTo>
                      <a:pt x="0" y="387668"/>
                    </a:lnTo>
                    <a:lnTo>
                      <a:pt x="8565" y="387668"/>
                    </a:lnTo>
                    <a:lnTo>
                      <a:pt x="8565" y="404813"/>
                    </a:lnTo>
                    <a:close/>
                    <a:moveTo>
                      <a:pt x="8565" y="378143"/>
                    </a:moveTo>
                    <a:lnTo>
                      <a:pt x="0" y="378143"/>
                    </a:lnTo>
                    <a:lnTo>
                      <a:pt x="0" y="369570"/>
                    </a:lnTo>
                    <a:lnTo>
                      <a:pt x="8565" y="369570"/>
                    </a:lnTo>
                    <a:lnTo>
                      <a:pt x="8565" y="378143"/>
                    </a:lnTo>
                    <a:close/>
                    <a:moveTo>
                      <a:pt x="8565" y="336233"/>
                    </a:moveTo>
                    <a:lnTo>
                      <a:pt x="0" y="336233"/>
                    </a:lnTo>
                    <a:lnTo>
                      <a:pt x="0" y="327660"/>
                    </a:lnTo>
                    <a:lnTo>
                      <a:pt x="8565" y="327660"/>
                    </a:lnTo>
                    <a:lnTo>
                      <a:pt x="8565" y="336233"/>
                    </a:lnTo>
                    <a:close/>
                    <a:moveTo>
                      <a:pt x="8565" y="312420"/>
                    </a:moveTo>
                    <a:lnTo>
                      <a:pt x="0" y="312420"/>
                    </a:lnTo>
                    <a:lnTo>
                      <a:pt x="0" y="295275"/>
                    </a:lnTo>
                    <a:lnTo>
                      <a:pt x="8565" y="295275"/>
                    </a:lnTo>
                    <a:lnTo>
                      <a:pt x="8565" y="312420"/>
                    </a:lnTo>
                    <a:close/>
                    <a:moveTo>
                      <a:pt x="8565" y="285750"/>
                    </a:moveTo>
                    <a:lnTo>
                      <a:pt x="0" y="285750"/>
                    </a:lnTo>
                    <a:lnTo>
                      <a:pt x="0" y="277178"/>
                    </a:lnTo>
                    <a:lnTo>
                      <a:pt x="8565" y="277178"/>
                    </a:lnTo>
                    <a:lnTo>
                      <a:pt x="8565" y="285750"/>
                    </a:lnTo>
                    <a:close/>
                    <a:moveTo>
                      <a:pt x="8565" y="243840"/>
                    </a:moveTo>
                    <a:lnTo>
                      <a:pt x="0" y="243840"/>
                    </a:lnTo>
                    <a:lnTo>
                      <a:pt x="0" y="235268"/>
                    </a:lnTo>
                    <a:lnTo>
                      <a:pt x="8565" y="235268"/>
                    </a:lnTo>
                    <a:lnTo>
                      <a:pt x="8565" y="243840"/>
                    </a:lnTo>
                    <a:close/>
                    <a:moveTo>
                      <a:pt x="8565" y="220028"/>
                    </a:moveTo>
                    <a:lnTo>
                      <a:pt x="0" y="220028"/>
                    </a:lnTo>
                    <a:lnTo>
                      <a:pt x="0" y="201930"/>
                    </a:lnTo>
                    <a:lnTo>
                      <a:pt x="8565" y="201930"/>
                    </a:lnTo>
                    <a:lnTo>
                      <a:pt x="8565" y="220028"/>
                    </a:lnTo>
                    <a:close/>
                    <a:moveTo>
                      <a:pt x="8565" y="193358"/>
                    </a:moveTo>
                    <a:lnTo>
                      <a:pt x="0" y="193358"/>
                    </a:lnTo>
                    <a:lnTo>
                      <a:pt x="0" y="184785"/>
                    </a:lnTo>
                    <a:lnTo>
                      <a:pt x="8565" y="184785"/>
                    </a:lnTo>
                    <a:lnTo>
                      <a:pt x="8565" y="193358"/>
                    </a:lnTo>
                    <a:close/>
                    <a:moveTo>
                      <a:pt x="8565" y="151447"/>
                    </a:moveTo>
                    <a:lnTo>
                      <a:pt x="0" y="151447"/>
                    </a:lnTo>
                    <a:lnTo>
                      <a:pt x="0" y="142875"/>
                    </a:lnTo>
                    <a:lnTo>
                      <a:pt x="8565" y="142875"/>
                    </a:lnTo>
                    <a:lnTo>
                      <a:pt x="8565" y="151447"/>
                    </a:lnTo>
                    <a:close/>
                    <a:moveTo>
                      <a:pt x="8565" y="127635"/>
                    </a:moveTo>
                    <a:lnTo>
                      <a:pt x="0" y="127635"/>
                    </a:lnTo>
                    <a:lnTo>
                      <a:pt x="0" y="109538"/>
                    </a:lnTo>
                    <a:lnTo>
                      <a:pt x="8565" y="109538"/>
                    </a:lnTo>
                    <a:lnTo>
                      <a:pt x="8565" y="127635"/>
                    </a:lnTo>
                    <a:close/>
                    <a:moveTo>
                      <a:pt x="8565" y="100965"/>
                    </a:moveTo>
                    <a:lnTo>
                      <a:pt x="0" y="100965"/>
                    </a:lnTo>
                    <a:lnTo>
                      <a:pt x="0" y="92393"/>
                    </a:lnTo>
                    <a:lnTo>
                      <a:pt x="8565" y="92393"/>
                    </a:lnTo>
                    <a:lnTo>
                      <a:pt x="8565" y="100965"/>
                    </a:lnTo>
                    <a:close/>
                    <a:moveTo>
                      <a:pt x="8565" y="59055"/>
                    </a:moveTo>
                    <a:lnTo>
                      <a:pt x="0" y="59055"/>
                    </a:lnTo>
                    <a:lnTo>
                      <a:pt x="0" y="50482"/>
                    </a:lnTo>
                    <a:lnTo>
                      <a:pt x="8565" y="50482"/>
                    </a:lnTo>
                    <a:lnTo>
                      <a:pt x="8565" y="59055"/>
                    </a:lnTo>
                    <a:close/>
                    <a:moveTo>
                      <a:pt x="8565" y="34290"/>
                    </a:moveTo>
                    <a:lnTo>
                      <a:pt x="0" y="34290"/>
                    </a:lnTo>
                    <a:lnTo>
                      <a:pt x="0" y="17145"/>
                    </a:lnTo>
                    <a:lnTo>
                      <a:pt x="8565" y="17145"/>
                    </a:lnTo>
                    <a:lnTo>
                      <a:pt x="8565" y="34290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34"/>
              <p:cNvSpPr/>
              <p:nvPr/>
            </p:nvSpPr>
            <p:spPr>
              <a:xfrm>
                <a:off x="8867214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7" name="Google Shape;887;p34"/>
            <p:cNvGrpSpPr/>
            <p:nvPr/>
          </p:nvGrpSpPr>
          <p:grpSpPr>
            <a:xfrm>
              <a:off x="715019" y="1624349"/>
              <a:ext cx="1249892" cy="2943839"/>
              <a:chOff x="9327548" y="952845"/>
              <a:chExt cx="463455" cy="1091564"/>
            </a:xfrm>
          </p:grpSpPr>
          <p:grpSp>
            <p:nvGrpSpPr>
              <p:cNvPr id="888" name="Google Shape;888;p34"/>
              <p:cNvGrpSpPr/>
              <p:nvPr/>
            </p:nvGrpSpPr>
            <p:grpSpPr>
              <a:xfrm>
                <a:off x="9645401" y="952845"/>
                <a:ext cx="4758" cy="452437"/>
                <a:chOff x="8384726" y="1541145"/>
                <a:chExt cx="4758" cy="452437"/>
              </a:xfrm>
            </p:grpSpPr>
            <p:sp>
              <p:nvSpPr>
                <p:cNvPr id="889" name="Google Shape;889;p34"/>
                <p:cNvSpPr/>
                <p:nvPr/>
              </p:nvSpPr>
              <p:spPr>
                <a:xfrm>
                  <a:off x="8384726" y="1991677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" name="Google Shape;890;p34"/>
                <p:cNvSpPr/>
                <p:nvPr/>
              </p:nvSpPr>
              <p:spPr>
                <a:xfrm>
                  <a:off x="8384726" y="1969770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34"/>
                <p:cNvSpPr/>
                <p:nvPr/>
              </p:nvSpPr>
              <p:spPr>
                <a:xfrm>
                  <a:off x="8384726" y="1549717"/>
                  <a:ext cx="4758" cy="414337"/>
                </a:xfrm>
                <a:custGeom>
                  <a:rect b="b" l="l" r="r" t="t"/>
                  <a:pathLst>
                    <a:path extrusionOk="0" h="414337" w="4758">
                      <a:moveTo>
                        <a:pt x="4758" y="414337"/>
                      </a:moveTo>
                      <a:lnTo>
                        <a:pt x="0" y="414337"/>
                      </a:lnTo>
                      <a:lnTo>
                        <a:pt x="0" y="409575"/>
                      </a:lnTo>
                      <a:lnTo>
                        <a:pt x="4758" y="409575"/>
                      </a:lnTo>
                      <a:lnTo>
                        <a:pt x="4758" y="414337"/>
                      </a:lnTo>
                      <a:close/>
                      <a:moveTo>
                        <a:pt x="4758" y="407670"/>
                      </a:moveTo>
                      <a:lnTo>
                        <a:pt x="0" y="407670"/>
                      </a:lnTo>
                      <a:lnTo>
                        <a:pt x="0" y="402908"/>
                      </a:lnTo>
                      <a:lnTo>
                        <a:pt x="4758" y="402908"/>
                      </a:lnTo>
                      <a:lnTo>
                        <a:pt x="4758" y="407670"/>
                      </a:lnTo>
                      <a:close/>
                      <a:moveTo>
                        <a:pt x="4758" y="392430"/>
                      </a:moveTo>
                      <a:lnTo>
                        <a:pt x="0" y="392430"/>
                      </a:lnTo>
                      <a:lnTo>
                        <a:pt x="0" y="387668"/>
                      </a:lnTo>
                      <a:lnTo>
                        <a:pt x="4758" y="387668"/>
                      </a:lnTo>
                      <a:lnTo>
                        <a:pt x="4758" y="392430"/>
                      </a:lnTo>
                      <a:close/>
                      <a:moveTo>
                        <a:pt x="4758" y="381953"/>
                      </a:moveTo>
                      <a:lnTo>
                        <a:pt x="0" y="381953"/>
                      </a:lnTo>
                      <a:lnTo>
                        <a:pt x="0" y="377190"/>
                      </a:lnTo>
                      <a:lnTo>
                        <a:pt x="4758" y="377190"/>
                      </a:lnTo>
                      <a:lnTo>
                        <a:pt x="4758" y="381953"/>
                      </a:lnTo>
                      <a:close/>
                      <a:moveTo>
                        <a:pt x="4758" y="375285"/>
                      </a:moveTo>
                      <a:lnTo>
                        <a:pt x="0" y="375285"/>
                      </a:lnTo>
                      <a:lnTo>
                        <a:pt x="0" y="370522"/>
                      </a:lnTo>
                      <a:lnTo>
                        <a:pt x="4758" y="370522"/>
                      </a:lnTo>
                      <a:lnTo>
                        <a:pt x="4758" y="375285"/>
                      </a:lnTo>
                      <a:close/>
                      <a:moveTo>
                        <a:pt x="4758" y="360045"/>
                      </a:moveTo>
                      <a:lnTo>
                        <a:pt x="0" y="360045"/>
                      </a:lnTo>
                      <a:lnTo>
                        <a:pt x="0" y="355283"/>
                      </a:lnTo>
                      <a:lnTo>
                        <a:pt x="4758" y="355283"/>
                      </a:lnTo>
                      <a:lnTo>
                        <a:pt x="4758" y="360045"/>
                      </a:lnTo>
                      <a:close/>
                      <a:moveTo>
                        <a:pt x="4758" y="349568"/>
                      </a:moveTo>
                      <a:lnTo>
                        <a:pt x="0" y="349568"/>
                      </a:lnTo>
                      <a:lnTo>
                        <a:pt x="0" y="344805"/>
                      </a:lnTo>
                      <a:lnTo>
                        <a:pt x="4758" y="344805"/>
                      </a:lnTo>
                      <a:lnTo>
                        <a:pt x="4758" y="349568"/>
                      </a:lnTo>
                      <a:close/>
                      <a:moveTo>
                        <a:pt x="4758" y="342900"/>
                      </a:moveTo>
                      <a:lnTo>
                        <a:pt x="0" y="342900"/>
                      </a:lnTo>
                      <a:lnTo>
                        <a:pt x="0" y="338137"/>
                      </a:lnTo>
                      <a:lnTo>
                        <a:pt x="4758" y="338137"/>
                      </a:lnTo>
                      <a:lnTo>
                        <a:pt x="4758" y="342900"/>
                      </a:lnTo>
                      <a:close/>
                      <a:moveTo>
                        <a:pt x="4758" y="327660"/>
                      </a:moveTo>
                      <a:lnTo>
                        <a:pt x="0" y="327660"/>
                      </a:lnTo>
                      <a:lnTo>
                        <a:pt x="0" y="322897"/>
                      </a:lnTo>
                      <a:lnTo>
                        <a:pt x="4758" y="322897"/>
                      </a:lnTo>
                      <a:lnTo>
                        <a:pt x="4758" y="32766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10515"/>
                      </a:moveTo>
                      <a:lnTo>
                        <a:pt x="0" y="310515"/>
                      </a:lnTo>
                      <a:lnTo>
                        <a:pt x="0" y="305753"/>
                      </a:lnTo>
                      <a:lnTo>
                        <a:pt x="4758" y="305753"/>
                      </a:lnTo>
                      <a:lnTo>
                        <a:pt x="4758" y="310515"/>
                      </a:lnTo>
                      <a:close/>
                      <a:moveTo>
                        <a:pt x="4758" y="295275"/>
                      </a:moveTo>
                      <a:lnTo>
                        <a:pt x="0" y="295275"/>
                      </a:lnTo>
                      <a:lnTo>
                        <a:pt x="0" y="290512"/>
                      </a:lnTo>
                      <a:lnTo>
                        <a:pt x="4758" y="290512"/>
                      </a:lnTo>
                      <a:lnTo>
                        <a:pt x="4758" y="295275"/>
                      </a:lnTo>
                      <a:close/>
                      <a:moveTo>
                        <a:pt x="4758" y="284797"/>
                      </a:moveTo>
                      <a:lnTo>
                        <a:pt x="0" y="284797"/>
                      </a:lnTo>
                      <a:lnTo>
                        <a:pt x="0" y="280035"/>
                      </a:lnTo>
                      <a:lnTo>
                        <a:pt x="4758" y="280035"/>
                      </a:lnTo>
                      <a:lnTo>
                        <a:pt x="4758" y="284797"/>
                      </a:lnTo>
                      <a:close/>
                      <a:moveTo>
                        <a:pt x="4758" y="278130"/>
                      </a:moveTo>
                      <a:lnTo>
                        <a:pt x="0" y="278130"/>
                      </a:lnTo>
                      <a:lnTo>
                        <a:pt x="0" y="273368"/>
                      </a:lnTo>
                      <a:lnTo>
                        <a:pt x="4758" y="273368"/>
                      </a:lnTo>
                      <a:lnTo>
                        <a:pt x="4758" y="278130"/>
                      </a:lnTo>
                      <a:close/>
                      <a:moveTo>
                        <a:pt x="4758" y="262890"/>
                      </a:moveTo>
                      <a:lnTo>
                        <a:pt x="0" y="262890"/>
                      </a:lnTo>
                      <a:lnTo>
                        <a:pt x="0" y="258128"/>
                      </a:lnTo>
                      <a:lnTo>
                        <a:pt x="4758" y="258128"/>
                      </a:lnTo>
                      <a:lnTo>
                        <a:pt x="4758" y="262890"/>
                      </a:lnTo>
                      <a:close/>
                      <a:moveTo>
                        <a:pt x="4758" y="252412"/>
                      </a:moveTo>
                      <a:lnTo>
                        <a:pt x="0" y="252412"/>
                      </a:lnTo>
                      <a:lnTo>
                        <a:pt x="0" y="247650"/>
                      </a:lnTo>
                      <a:lnTo>
                        <a:pt x="4758" y="247650"/>
                      </a:lnTo>
                      <a:lnTo>
                        <a:pt x="4758" y="252412"/>
                      </a:lnTo>
                      <a:close/>
                      <a:moveTo>
                        <a:pt x="4758" y="245745"/>
                      </a:moveTo>
                      <a:lnTo>
                        <a:pt x="0" y="245745"/>
                      </a:lnTo>
                      <a:lnTo>
                        <a:pt x="0" y="240983"/>
                      </a:lnTo>
                      <a:lnTo>
                        <a:pt x="4758" y="240983"/>
                      </a:lnTo>
                      <a:lnTo>
                        <a:pt x="4758" y="245745"/>
                      </a:lnTo>
                      <a:close/>
                      <a:moveTo>
                        <a:pt x="4758" y="230505"/>
                      </a:moveTo>
                      <a:lnTo>
                        <a:pt x="0" y="230505"/>
                      </a:lnTo>
                      <a:lnTo>
                        <a:pt x="0" y="225743"/>
                      </a:lnTo>
                      <a:lnTo>
                        <a:pt x="4758" y="225743"/>
                      </a:lnTo>
                      <a:lnTo>
                        <a:pt x="4758" y="230505"/>
                      </a:lnTo>
                      <a:close/>
                      <a:moveTo>
                        <a:pt x="4758" y="220028"/>
                      </a:moveTo>
                      <a:lnTo>
                        <a:pt x="0" y="220028"/>
                      </a:lnTo>
                      <a:lnTo>
                        <a:pt x="0" y="215265"/>
                      </a:lnTo>
                      <a:lnTo>
                        <a:pt x="4758" y="215265"/>
                      </a:lnTo>
                      <a:lnTo>
                        <a:pt x="4758" y="220028"/>
                      </a:lnTo>
                      <a:close/>
                      <a:moveTo>
                        <a:pt x="4758" y="213360"/>
                      </a:moveTo>
                      <a:lnTo>
                        <a:pt x="0" y="213360"/>
                      </a:lnTo>
                      <a:lnTo>
                        <a:pt x="0" y="208597"/>
                      </a:lnTo>
                      <a:lnTo>
                        <a:pt x="4758" y="208597"/>
                      </a:lnTo>
                      <a:lnTo>
                        <a:pt x="4758" y="213360"/>
                      </a:lnTo>
                      <a:close/>
                      <a:moveTo>
                        <a:pt x="4758" y="198120"/>
                      </a:moveTo>
                      <a:lnTo>
                        <a:pt x="0" y="198120"/>
                      </a:lnTo>
                      <a:lnTo>
                        <a:pt x="0" y="193358"/>
                      </a:lnTo>
                      <a:lnTo>
                        <a:pt x="4758" y="193358"/>
                      </a:lnTo>
                      <a:lnTo>
                        <a:pt x="4758" y="198120"/>
                      </a:lnTo>
                      <a:close/>
                      <a:moveTo>
                        <a:pt x="4758" y="187643"/>
                      </a:moveTo>
                      <a:lnTo>
                        <a:pt x="0" y="187643"/>
                      </a:lnTo>
                      <a:lnTo>
                        <a:pt x="0" y="183833"/>
                      </a:lnTo>
                      <a:lnTo>
                        <a:pt x="4758" y="183833"/>
                      </a:lnTo>
                      <a:lnTo>
                        <a:pt x="4758" y="187643"/>
                      </a:lnTo>
                      <a:close/>
                      <a:moveTo>
                        <a:pt x="4758" y="180975"/>
                      </a:moveTo>
                      <a:lnTo>
                        <a:pt x="0" y="180975"/>
                      </a:lnTo>
                      <a:lnTo>
                        <a:pt x="0" y="176212"/>
                      </a:lnTo>
                      <a:lnTo>
                        <a:pt x="4758" y="176212"/>
                      </a:lnTo>
                      <a:lnTo>
                        <a:pt x="4758" y="180975"/>
                      </a:lnTo>
                      <a:close/>
                      <a:moveTo>
                        <a:pt x="4758" y="165735"/>
                      </a:moveTo>
                      <a:lnTo>
                        <a:pt x="0" y="165735"/>
                      </a:lnTo>
                      <a:lnTo>
                        <a:pt x="0" y="160972"/>
                      </a:lnTo>
                      <a:lnTo>
                        <a:pt x="4758" y="160972"/>
                      </a:lnTo>
                      <a:lnTo>
                        <a:pt x="4758" y="165735"/>
                      </a:lnTo>
                      <a:close/>
                      <a:moveTo>
                        <a:pt x="4758" y="155258"/>
                      </a:moveTo>
                      <a:lnTo>
                        <a:pt x="0" y="155258"/>
                      </a:lnTo>
                      <a:lnTo>
                        <a:pt x="0" y="150495"/>
                      </a:lnTo>
                      <a:lnTo>
                        <a:pt x="4758" y="150495"/>
                      </a:lnTo>
                      <a:lnTo>
                        <a:pt x="4758" y="155258"/>
                      </a:lnTo>
                      <a:close/>
                      <a:moveTo>
                        <a:pt x="4758" y="148590"/>
                      </a:moveTo>
                      <a:lnTo>
                        <a:pt x="0" y="148590"/>
                      </a:lnTo>
                      <a:lnTo>
                        <a:pt x="0" y="143828"/>
                      </a:lnTo>
                      <a:lnTo>
                        <a:pt x="4758" y="143828"/>
                      </a:lnTo>
                      <a:lnTo>
                        <a:pt x="4758" y="148590"/>
                      </a:lnTo>
                      <a:close/>
                      <a:moveTo>
                        <a:pt x="4758" y="134303"/>
                      </a:moveTo>
                      <a:lnTo>
                        <a:pt x="0" y="134303"/>
                      </a:lnTo>
                      <a:lnTo>
                        <a:pt x="0" y="129540"/>
                      </a:lnTo>
                      <a:lnTo>
                        <a:pt x="4758" y="129540"/>
                      </a:lnTo>
                      <a:lnTo>
                        <a:pt x="4758" y="134303"/>
                      </a:lnTo>
                      <a:close/>
                      <a:moveTo>
                        <a:pt x="4758" y="122872"/>
                      </a:moveTo>
                      <a:lnTo>
                        <a:pt x="0" y="122872"/>
                      </a:lnTo>
                      <a:lnTo>
                        <a:pt x="0" y="118110"/>
                      </a:lnTo>
                      <a:lnTo>
                        <a:pt x="4758" y="118110"/>
                      </a:lnTo>
                      <a:lnTo>
                        <a:pt x="4758" y="122872"/>
                      </a:lnTo>
                      <a:close/>
                      <a:moveTo>
                        <a:pt x="4758" y="116205"/>
                      </a:moveTo>
                      <a:lnTo>
                        <a:pt x="0" y="116205"/>
                      </a:lnTo>
                      <a:lnTo>
                        <a:pt x="0" y="111443"/>
                      </a:lnTo>
                      <a:lnTo>
                        <a:pt x="4758" y="111443"/>
                      </a:lnTo>
                      <a:lnTo>
                        <a:pt x="4758" y="116205"/>
                      </a:lnTo>
                      <a:close/>
                      <a:moveTo>
                        <a:pt x="4758" y="101918"/>
                      </a:moveTo>
                      <a:lnTo>
                        <a:pt x="0" y="101918"/>
                      </a:lnTo>
                      <a:lnTo>
                        <a:pt x="0" y="97155"/>
                      </a:lnTo>
                      <a:lnTo>
                        <a:pt x="4758" y="97155"/>
                      </a:lnTo>
                      <a:lnTo>
                        <a:pt x="4758" y="101918"/>
                      </a:lnTo>
                      <a:close/>
                      <a:moveTo>
                        <a:pt x="4758" y="90488"/>
                      </a:moveTo>
                      <a:lnTo>
                        <a:pt x="0" y="90488"/>
                      </a:lnTo>
                      <a:lnTo>
                        <a:pt x="0" y="85725"/>
                      </a:lnTo>
                      <a:lnTo>
                        <a:pt x="4758" y="85725"/>
                      </a:lnTo>
                      <a:lnTo>
                        <a:pt x="4758" y="90488"/>
                      </a:lnTo>
                      <a:close/>
                      <a:moveTo>
                        <a:pt x="4758" y="84772"/>
                      </a:moveTo>
                      <a:lnTo>
                        <a:pt x="0" y="84772"/>
                      </a:lnTo>
                      <a:lnTo>
                        <a:pt x="0" y="80010"/>
                      </a:lnTo>
                      <a:lnTo>
                        <a:pt x="4758" y="80010"/>
                      </a:lnTo>
                      <a:lnTo>
                        <a:pt x="4758" y="84772"/>
                      </a:lnTo>
                      <a:close/>
                      <a:moveTo>
                        <a:pt x="4758" y="69532"/>
                      </a:moveTo>
                      <a:lnTo>
                        <a:pt x="0" y="69532"/>
                      </a:lnTo>
                      <a:lnTo>
                        <a:pt x="0" y="64770"/>
                      </a:lnTo>
                      <a:lnTo>
                        <a:pt x="4758" y="64770"/>
                      </a:lnTo>
                      <a:lnTo>
                        <a:pt x="4758" y="69532"/>
                      </a:lnTo>
                      <a:close/>
                      <a:moveTo>
                        <a:pt x="4758" y="58102"/>
                      </a:moveTo>
                      <a:lnTo>
                        <a:pt x="0" y="58102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8102"/>
                      </a:lnTo>
                      <a:close/>
                      <a:moveTo>
                        <a:pt x="4758" y="52388"/>
                      </a:moveTo>
                      <a:lnTo>
                        <a:pt x="0" y="52388"/>
                      </a:lnTo>
                      <a:lnTo>
                        <a:pt x="0" y="47625"/>
                      </a:lnTo>
                      <a:lnTo>
                        <a:pt x="4758" y="47625"/>
                      </a:lnTo>
                      <a:lnTo>
                        <a:pt x="4758" y="52388"/>
                      </a:lnTo>
                      <a:close/>
                      <a:moveTo>
                        <a:pt x="4758" y="37147"/>
                      </a:moveTo>
                      <a:lnTo>
                        <a:pt x="0" y="37147"/>
                      </a:lnTo>
                      <a:lnTo>
                        <a:pt x="0" y="32385"/>
                      </a:lnTo>
                      <a:lnTo>
                        <a:pt x="4758" y="32385"/>
                      </a:lnTo>
                      <a:lnTo>
                        <a:pt x="4758" y="37147"/>
                      </a:lnTo>
                      <a:close/>
                      <a:moveTo>
                        <a:pt x="4758" y="25718"/>
                      </a:moveTo>
                      <a:lnTo>
                        <a:pt x="0" y="25718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5718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2" name="Google Shape;892;p34"/>
                <p:cNvSpPr/>
                <p:nvPr/>
              </p:nvSpPr>
              <p:spPr>
                <a:xfrm>
                  <a:off x="8384726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93" name="Google Shape;893;p34"/>
              <p:cNvGrpSpPr/>
              <p:nvPr/>
            </p:nvGrpSpPr>
            <p:grpSpPr>
              <a:xfrm>
                <a:off x="9708210" y="952845"/>
                <a:ext cx="8565" cy="1091564"/>
                <a:chOff x="8447535" y="1541145"/>
                <a:chExt cx="8565" cy="1091564"/>
              </a:xfrm>
            </p:grpSpPr>
            <p:sp>
              <p:nvSpPr>
                <p:cNvPr id="894" name="Google Shape;894;p34"/>
                <p:cNvSpPr/>
                <p:nvPr/>
              </p:nvSpPr>
              <p:spPr>
                <a:xfrm>
                  <a:off x="8447535" y="262794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34"/>
                <p:cNvSpPr/>
                <p:nvPr/>
              </p:nvSpPr>
              <p:spPr>
                <a:xfrm>
                  <a:off x="8447535" y="2578417"/>
                  <a:ext cx="8565" cy="34290"/>
                </a:xfrm>
                <a:custGeom>
                  <a:rect b="b" l="l" r="r" t="t"/>
                  <a:pathLst>
                    <a:path extrusionOk="0" h="34290" w="8565"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3"/>
                      </a:moveTo>
                      <a:lnTo>
                        <a:pt x="0" y="8573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34"/>
                <p:cNvSpPr/>
                <p:nvPr/>
              </p:nvSpPr>
              <p:spPr>
                <a:xfrm>
                  <a:off x="8447535" y="1578292"/>
                  <a:ext cx="8565" cy="967740"/>
                </a:xfrm>
                <a:custGeom>
                  <a:rect b="b" l="l" r="r" t="t"/>
                  <a:pathLst>
                    <a:path extrusionOk="0" h="967740" w="8565">
                      <a:moveTo>
                        <a:pt x="8565" y="967740"/>
                      </a:moveTo>
                      <a:lnTo>
                        <a:pt x="0" y="967740"/>
                      </a:lnTo>
                      <a:lnTo>
                        <a:pt x="0" y="959167"/>
                      </a:lnTo>
                      <a:lnTo>
                        <a:pt x="8565" y="959167"/>
                      </a:lnTo>
                      <a:lnTo>
                        <a:pt x="8565" y="967740"/>
                      </a:lnTo>
                      <a:close/>
                      <a:moveTo>
                        <a:pt x="8565" y="943928"/>
                      </a:moveTo>
                      <a:lnTo>
                        <a:pt x="0" y="943928"/>
                      </a:lnTo>
                      <a:lnTo>
                        <a:pt x="0" y="926783"/>
                      </a:lnTo>
                      <a:lnTo>
                        <a:pt x="8565" y="926783"/>
                      </a:lnTo>
                      <a:lnTo>
                        <a:pt x="8565" y="943928"/>
                      </a:lnTo>
                      <a:close/>
                      <a:moveTo>
                        <a:pt x="8565" y="918210"/>
                      </a:moveTo>
                      <a:lnTo>
                        <a:pt x="0" y="918210"/>
                      </a:lnTo>
                      <a:lnTo>
                        <a:pt x="0" y="909637"/>
                      </a:lnTo>
                      <a:lnTo>
                        <a:pt x="8565" y="909637"/>
                      </a:lnTo>
                      <a:lnTo>
                        <a:pt x="8565" y="918210"/>
                      </a:lnTo>
                      <a:close/>
                      <a:moveTo>
                        <a:pt x="8565" y="876300"/>
                      </a:moveTo>
                      <a:lnTo>
                        <a:pt x="0" y="876300"/>
                      </a:lnTo>
                      <a:lnTo>
                        <a:pt x="0" y="867728"/>
                      </a:lnTo>
                      <a:lnTo>
                        <a:pt x="8565" y="867728"/>
                      </a:lnTo>
                      <a:lnTo>
                        <a:pt x="8565" y="876300"/>
                      </a:lnTo>
                      <a:close/>
                      <a:moveTo>
                        <a:pt x="8565" y="852487"/>
                      </a:moveTo>
                      <a:lnTo>
                        <a:pt x="0" y="852487"/>
                      </a:lnTo>
                      <a:lnTo>
                        <a:pt x="0" y="835342"/>
                      </a:lnTo>
                      <a:lnTo>
                        <a:pt x="8565" y="835342"/>
                      </a:lnTo>
                      <a:lnTo>
                        <a:pt x="8565" y="852487"/>
                      </a:lnTo>
                      <a:close/>
                      <a:moveTo>
                        <a:pt x="8565" y="826770"/>
                      </a:moveTo>
                      <a:lnTo>
                        <a:pt x="0" y="826770"/>
                      </a:lnTo>
                      <a:lnTo>
                        <a:pt x="0" y="818198"/>
                      </a:lnTo>
                      <a:lnTo>
                        <a:pt x="8565" y="818198"/>
                      </a:lnTo>
                      <a:lnTo>
                        <a:pt x="8565" y="826770"/>
                      </a:lnTo>
                      <a:close/>
                      <a:moveTo>
                        <a:pt x="8565" y="785812"/>
                      </a:moveTo>
                      <a:lnTo>
                        <a:pt x="0" y="785812"/>
                      </a:lnTo>
                      <a:lnTo>
                        <a:pt x="0" y="777240"/>
                      </a:lnTo>
                      <a:lnTo>
                        <a:pt x="8565" y="777240"/>
                      </a:lnTo>
                      <a:lnTo>
                        <a:pt x="8565" y="785812"/>
                      </a:lnTo>
                      <a:close/>
                      <a:moveTo>
                        <a:pt x="8565" y="762000"/>
                      </a:moveTo>
                      <a:lnTo>
                        <a:pt x="0" y="762000"/>
                      </a:lnTo>
                      <a:lnTo>
                        <a:pt x="0" y="744855"/>
                      </a:lnTo>
                      <a:lnTo>
                        <a:pt x="8565" y="744855"/>
                      </a:lnTo>
                      <a:lnTo>
                        <a:pt x="8565" y="762000"/>
                      </a:lnTo>
                      <a:close/>
                      <a:moveTo>
                        <a:pt x="8565" y="736283"/>
                      </a:moveTo>
                      <a:lnTo>
                        <a:pt x="0" y="736283"/>
                      </a:lnTo>
                      <a:lnTo>
                        <a:pt x="0" y="727710"/>
                      </a:lnTo>
                      <a:lnTo>
                        <a:pt x="8565" y="727710"/>
                      </a:lnTo>
                      <a:lnTo>
                        <a:pt x="8565" y="736283"/>
                      </a:lnTo>
                      <a:close/>
                      <a:moveTo>
                        <a:pt x="8565" y="695325"/>
                      </a:moveTo>
                      <a:lnTo>
                        <a:pt x="0" y="695325"/>
                      </a:lnTo>
                      <a:lnTo>
                        <a:pt x="0" y="686753"/>
                      </a:lnTo>
                      <a:lnTo>
                        <a:pt x="8565" y="686753"/>
                      </a:lnTo>
                      <a:lnTo>
                        <a:pt x="8565" y="695325"/>
                      </a:lnTo>
                      <a:close/>
                      <a:moveTo>
                        <a:pt x="8565" y="671512"/>
                      </a:moveTo>
                      <a:lnTo>
                        <a:pt x="0" y="671512"/>
                      </a:lnTo>
                      <a:lnTo>
                        <a:pt x="0" y="654368"/>
                      </a:lnTo>
                      <a:lnTo>
                        <a:pt x="8565" y="654368"/>
                      </a:lnTo>
                      <a:lnTo>
                        <a:pt x="8565" y="671512"/>
                      </a:lnTo>
                      <a:close/>
                      <a:moveTo>
                        <a:pt x="8565" y="644843"/>
                      </a:moveTo>
                      <a:lnTo>
                        <a:pt x="0" y="644843"/>
                      </a:lnTo>
                      <a:lnTo>
                        <a:pt x="0" y="636270"/>
                      </a:lnTo>
                      <a:lnTo>
                        <a:pt x="8565" y="636270"/>
                      </a:lnTo>
                      <a:lnTo>
                        <a:pt x="8565" y="644843"/>
                      </a:lnTo>
                      <a:close/>
                      <a:moveTo>
                        <a:pt x="8565" y="603885"/>
                      </a:moveTo>
                      <a:lnTo>
                        <a:pt x="0" y="603885"/>
                      </a:lnTo>
                      <a:lnTo>
                        <a:pt x="0" y="595312"/>
                      </a:lnTo>
                      <a:lnTo>
                        <a:pt x="8565" y="595312"/>
                      </a:lnTo>
                      <a:lnTo>
                        <a:pt x="8565" y="603885"/>
                      </a:lnTo>
                      <a:close/>
                      <a:moveTo>
                        <a:pt x="8565" y="580073"/>
                      </a:moveTo>
                      <a:lnTo>
                        <a:pt x="0" y="580073"/>
                      </a:lnTo>
                      <a:lnTo>
                        <a:pt x="0" y="562928"/>
                      </a:lnTo>
                      <a:lnTo>
                        <a:pt x="8565" y="562928"/>
                      </a:lnTo>
                      <a:lnTo>
                        <a:pt x="8565" y="580073"/>
                      </a:lnTo>
                      <a:close/>
                      <a:moveTo>
                        <a:pt x="8565" y="554355"/>
                      </a:moveTo>
                      <a:lnTo>
                        <a:pt x="0" y="554355"/>
                      </a:lnTo>
                      <a:lnTo>
                        <a:pt x="0" y="545783"/>
                      </a:lnTo>
                      <a:lnTo>
                        <a:pt x="8565" y="545783"/>
                      </a:lnTo>
                      <a:lnTo>
                        <a:pt x="8565" y="554355"/>
                      </a:lnTo>
                      <a:close/>
                      <a:moveTo>
                        <a:pt x="8565" y="513397"/>
                      </a:moveTo>
                      <a:lnTo>
                        <a:pt x="0" y="513397"/>
                      </a:lnTo>
                      <a:lnTo>
                        <a:pt x="0" y="504825"/>
                      </a:lnTo>
                      <a:lnTo>
                        <a:pt x="8565" y="504825"/>
                      </a:lnTo>
                      <a:lnTo>
                        <a:pt x="8565" y="513397"/>
                      </a:lnTo>
                      <a:close/>
                      <a:moveTo>
                        <a:pt x="8565" y="489585"/>
                      </a:moveTo>
                      <a:lnTo>
                        <a:pt x="0" y="489585"/>
                      </a:lnTo>
                      <a:lnTo>
                        <a:pt x="0" y="472440"/>
                      </a:lnTo>
                      <a:lnTo>
                        <a:pt x="8565" y="472440"/>
                      </a:lnTo>
                      <a:lnTo>
                        <a:pt x="8565" y="489585"/>
                      </a:lnTo>
                      <a:close/>
                      <a:moveTo>
                        <a:pt x="8565" y="462915"/>
                      </a:moveTo>
                      <a:lnTo>
                        <a:pt x="0" y="462915"/>
                      </a:lnTo>
                      <a:lnTo>
                        <a:pt x="0" y="454343"/>
                      </a:lnTo>
                      <a:lnTo>
                        <a:pt x="8565" y="454343"/>
                      </a:lnTo>
                      <a:lnTo>
                        <a:pt x="8565" y="462915"/>
                      </a:lnTo>
                      <a:close/>
                      <a:moveTo>
                        <a:pt x="8565" y="421958"/>
                      </a:moveTo>
                      <a:lnTo>
                        <a:pt x="0" y="421958"/>
                      </a:lnTo>
                      <a:lnTo>
                        <a:pt x="0" y="413385"/>
                      </a:lnTo>
                      <a:lnTo>
                        <a:pt x="8565" y="413385"/>
                      </a:lnTo>
                      <a:lnTo>
                        <a:pt x="8565" y="421958"/>
                      </a:lnTo>
                      <a:close/>
                      <a:moveTo>
                        <a:pt x="8565" y="398145"/>
                      </a:moveTo>
                      <a:lnTo>
                        <a:pt x="0" y="398145"/>
                      </a:lnTo>
                      <a:lnTo>
                        <a:pt x="0" y="381000"/>
                      </a:lnTo>
                      <a:lnTo>
                        <a:pt x="8565" y="381000"/>
                      </a:lnTo>
                      <a:lnTo>
                        <a:pt x="8565" y="398145"/>
                      </a:lnTo>
                      <a:close/>
                      <a:moveTo>
                        <a:pt x="8565" y="372428"/>
                      </a:moveTo>
                      <a:lnTo>
                        <a:pt x="0" y="372428"/>
                      </a:lnTo>
                      <a:lnTo>
                        <a:pt x="0" y="363855"/>
                      </a:lnTo>
                      <a:lnTo>
                        <a:pt x="8565" y="363855"/>
                      </a:lnTo>
                      <a:lnTo>
                        <a:pt x="8565" y="37242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22897"/>
                      </a:lnTo>
                      <a:lnTo>
                        <a:pt x="8565" y="322897"/>
                      </a:lnTo>
                      <a:lnTo>
                        <a:pt x="8565" y="331470"/>
                      </a:lnTo>
                      <a:close/>
                      <a:moveTo>
                        <a:pt x="8565" y="307658"/>
                      </a:moveTo>
                      <a:lnTo>
                        <a:pt x="0" y="307658"/>
                      </a:lnTo>
                      <a:lnTo>
                        <a:pt x="0" y="290512"/>
                      </a:lnTo>
                      <a:lnTo>
                        <a:pt x="8565" y="290512"/>
                      </a:lnTo>
                      <a:lnTo>
                        <a:pt x="8565" y="307658"/>
                      </a:lnTo>
                      <a:close/>
                      <a:moveTo>
                        <a:pt x="8565" y="280987"/>
                      </a:moveTo>
                      <a:lnTo>
                        <a:pt x="0" y="280987"/>
                      </a:lnTo>
                      <a:lnTo>
                        <a:pt x="0" y="272415"/>
                      </a:lnTo>
                      <a:lnTo>
                        <a:pt x="8565" y="272415"/>
                      </a:lnTo>
                      <a:lnTo>
                        <a:pt x="8565" y="280987"/>
                      </a:lnTo>
                      <a:close/>
                      <a:moveTo>
                        <a:pt x="8565" y="240030"/>
                      </a:moveTo>
                      <a:lnTo>
                        <a:pt x="0" y="240030"/>
                      </a:lnTo>
                      <a:lnTo>
                        <a:pt x="0" y="231458"/>
                      </a:lnTo>
                      <a:lnTo>
                        <a:pt x="8565" y="231458"/>
                      </a:lnTo>
                      <a:lnTo>
                        <a:pt x="8565" y="240030"/>
                      </a:lnTo>
                      <a:close/>
                      <a:moveTo>
                        <a:pt x="8565" y="216218"/>
                      </a:moveTo>
                      <a:lnTo>
                        <a:pt x="0" y="216218"/>
                      </a:lnTo>
                      <a:lnTo>
                        <a:pt x="0" y="199072"/>
                      </a:lnTo>
                      <a:lnTo>
                        <a:pt x="8565" y="199072"/>
                      </a:lnTo>
                      <a:lnTo>
                        <a:pt x="8565" y="216218"/>
                      </a:lnTo>
                      <a:close/>
                      <a:moveTo>
                        <a:pt x="8565" y="190500"/>
                      </a:moveTo>
                      <a:lnTo>
                        <a:pt x="0" y="190500"/>
                      </a:lnTo>
                      <a:lnTo>
                        <a:pt x="0" y="181928"/>
                      </a:lnTo>
                      <a:lnTo>
                        <a:pt x="8565" y="181928"/>
                      </a:lnTo>
                      <a:lnTo>
                        <a:pt x="8565" y="190500"/>
                      </a:lnTo>
                      <a:close/>
                      <a:moveTo>
                        <a:pt x="8565" y="149543"/>
                      </a:moveTo>
                      <a:lnTo>
                        <a:pt x="0" y="149543"/>
                      </a:lnTo>
                      <a:lnTo>
                        <a:pt x="0" y="140970"/>
                      </a:lnTo>
                      <a:lnTo>
                        <a:pt x="8565" y="140970"/>
                      </a:lnTo>
                      <a:lnTo>
                        <a:pt x="8565" y="149543"/>
                      </a:lnTo>
                      <a:close/>
                      <a:moveTo>
                        <a:pt x="8565" y="125730"/>
                      </a:moveTo>
                      <a:lnTo>
                        <a:pt x="0" y="125730"/>
                      </a:lnTo>
                      <a:lnTo>
                        <a:pt x="0" y="108585"/>
                      </a:lnTo>
                      <a:lnTo>
                        <a:pt x="8565" y="108585"/>
                      </a:lnTo>
                      <a:lnTo>
                        <a:pt x="8565" y="125730"/>
                      </a:lnTo>
                      <a:close/>
                      <a:moveTo>
                        <a:pt x="8565" y="99060"/>
                      </a:moveTo>
                      <a:lnTo>
                        <a:pt x="0" y="99060"/>
                      </a:lnTo>
                      <a:lnTo>
                        <a:pt x="0" y="90487"/>
                      </a:lnTo>
                      <a:lnTo>
                        <a:pt x="8565" y="90487"/>
                      </a:lnTo>
                      <a:lnTo>
                        <a:pt x="8565" y="99060"/>
                      </a:lnTo>
                      <a:close/>
                      <a:moveTo>
                        <a:pt x="8565" y="58102"/>
                      </a:moveTo>
                      <a:lnTo>
                        <a:pt x="0" y="58102"/>
                      </a:lnTo>
                      <a:lnTo>
                        <a:pt x="0" y="49530"/>
                      </a:lnTo>
                      <a:lnTo>
                        <a:pt x="8565" y="49530"/>
                      </a:lnTo>
                      <a:lnTo>
                        <a:pt x="8565" y="58102"/>
                      </a:lnTo>
                      <a:close/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2"/>
                      </a:moveTo>
                      <a:lnTo>
                        <a:pt x="0" y="8572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34"/>
                <p:cNvSpPr/>
                <p:nvPr/>
              </p:nvSpPr>
              <p:spPr>
                <a:xfrm>
                  <a:off x="8447535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98" name="Google Shape;898;p34"/>
              <p:cNvGrpSpPr/>
              <p:nvPr/>
            </p:nvGrpSpPr>
            <p:grpSpPr>
              <a:xfrm>
                <a:off x="9327548" y="952845"/>
                <a:ext cx="8565" cy="489584"/>
                <a:chOff x="8066873" y="1541145"/>
                <a:chExt cx="8565" cy="489584"/>
              </a:xfrm>
            </p:grpSpPr>
            <p:sp>
              <p:nvSpPr>
                <p:cNvPr id="899" name="Google Shape;899;p34"/>
                <p:cNvSpPr/>
                <p:nvPr/>
              </p:nvSpPr>
              <p:spPr>
                <a:xfrm>
                  <a:off x="8066874" y="202596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34"/>
                <p:cNvSpPr/>
                <p:nvPr/>
              </p:nvSpPr>
              <p:spPr>
                <a:xfrm>
                  <a:off x="8066873" y="1972627"/>
                  <a:ext cx="8565" cy="37147"/>
                </a:xfrm>
                <a:custGeom>
                  <a:rect b="b" l="l" r="r" t="t"/>
                  <a:pathLst>
                    <a:path extrusionOk="0" h="37147" w="8565">
                      <a:moveTo>
                        <a:pt x="8565" y="37148"/>
                      </a:moveTo>
                      <a:lnTo>
                        <a:pt x="0" y="37148"/>
                      </a:lnTo>
                      <a:lnTo>
                        <a:pt x="0" y="18098"/>
                      </a:lnTo>
                      <a:lnTo>
                        <a:pt x="8565" y="18098"/>
                      </a:lnTo>
                      <a:lnTo>
                        <a:pt x="8565" y="37148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34"/>
                <p:cNvSpPr/>
                <p:nvPr/>
              </p:nvSpPr>
              <p:spPr>
                <a:xfrm>
                  <a:off x="8066873" y="1580197"/>
                  <a:ext cx="8565" cy="357187"/>
                </a:xfrm>
                <a:custGeom>
                  <a:rect b="b" l="l" r="r" t="t"/>
                  <a:pathLst>
                    <a:path extrusionOk="0" h="357187" w="8565">
                      <a:moveTo>
                        <a:pt x="8565" y="357188"/>
                      </a:moveTo>
                      <a:lnTo>
                        <a:pt x="0" y="357188"/>
                      </a:lnTo>
                      <a:lnTo>
                        <a:pt x="0" y="347663"/>
                      </a:lnTo>
                      <a:lnTo>
                        <a:pt x="8565" y="347663"/>
                      </a:lnTo>
                      <a:lnTo>
                        <a:pt x="8565" y="35718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12420"/>
                      </a:lnTo>
                      <a:lnTo>
                        <a:pt x="8565" y="312420"/>
                      </a:lnTo>
                      <a:lnTo>
                        <a:pt x="8565" y="331470"/>
                      </a:lnTo>
                      <a:close/>
                      <a:moveTo>
                        <a:pt x="8565" y="303848"/>
                      </a:moveTo>
                      <a:lnTo>
                        <a:pt x="0" y="303848"/>
                      </a:lnTo>
                      <a:lnTo>
                        <a:pt x="0" y="294323"/>
                      </a:lnTo>
                      <a:lnTo>
                        <a:pt x="8565" y="294323"/>
                      </a:lnTo>
                      <a:lnTo>
                        <a:pt x="8565" y="303848"/>
                      </a:lnTo>
                      <a:close/>
                      <a:moveTo>
                        <a:pt x="8565" y="259080"/>
                      </a:moveTo>
                      <a:lnTo>
                        <a:pt x="0" y="259080"/>
                      </a:lnTo>
                      <a:lnTo>
                        <a:pt x="0" y="249555"/>
                      </a:lnTo>
                      <a:lnTo>
                        <a:pt x="8565" y="249555"/>
                      </a:lnTo>
                      <a:lnTo>
                        <a:pt x="8565" y="259080"/>
                      </a:lnTo>
                      <a:close/>
                      <a:moveTo>
                        <a:pt x="8565" y="234315"/>
                      </a:moveTo>
                      <a:lnTo>
                        <a:pt x="0" y="234315"/>
                      </a:lnTo>
                      <a:lnTo>
                        <a:pt x="0" y="215265"/>
                      </a:lnTo>
                      <a:lnTo>
                        <a:pt x="8565" y="215265"/>
                      </a:lnTo>
                      <a:lnTo>
                        <a:pt x="8565" y="234315"/>
                      </a:lnTo>
                      <a:close/>
                      <a:moveTo>
                        <a:pt x="8565" y="205740"/>
                      </a:moveTo>
                      <a:lnTo>
                        <a:pt x="0" y="205740"/>
                      </a:lnTo>
                      <a:lnTo>
                        <a:pt x="0" y="196215"/>
                      </a:lnTo>
                      <a:lnTo>
                        <a:pt x="8565" y="196215"/>
                      </a:lnTo>
                      <a:lnTo>
                        <a:pt x="8565" y="205740"/>
                      </a:lnTo>
                      <a:close/>
                      <a:moveTo>
                        <a:pt x="8565" y="161925"/>
                      </a:moveTo>
                      <a:lnTo>
                        <a:pt x="0" y="161925"/>
                      </a:lnTo>
                      <a:lnTo>
                        <a:pt x="0" y="152400"/>
                      </a:lnTo>
                      <a:lnTo>
                        <a:pt x="8565" y="152400"/>
                      </a:lnTo>
                      <a:lnTo>
                        <a:pt x="8565" y="161925"/>
                      </a:lnTo>
                      <a:close/>
                      <a:moveTo>
                        <a:pt x="8565" y="136207"/>
                      </a:moveTo>
                      <a:lnTo>
                        <a:pt x="0" y="136207"/>
                      </a:lnTo>
                      <a:lnTo>
                        <a:pt x="0" y="117157"/>
                      </a:lnTo>
                      <a:lnTo>
                        <a:pt x="8565" y="117157"/>
                      </a:lnTo>
                      <a:lnTo>
                        <a:pt x="8565" y="136207"/>
                      </a:lnTo>
                      <a:close/>
                      <a:moveTo>
                        <a:pt x="8565" y="107632"/>
                      </a:moveTo>
                      <a:lnTo>
                        <a:pt x="0" y="107632"/>
                      </a:lnTo>
                      <a:lnTo>
                        <a:pt x="0" y="98107"/>
                      </a:lnTo>
                      <a:lnTo>
                        <a:pt x="8565" y="98107"/>
                      </a:lnTo>
                      <a:lnTo>
                        <a:pt x="8565" y="107632"/>
                      </a:lnTo>
                      <a:close/>
                      <a:moveTo>
                        <a:pt x="8565" y="63817"/>
                      </a:moveTo>
                      <a:lnTo>
                        <a:pt x="0" y="63817"/>
                      </a:lnTo>
                      <a:lnTo>
                        <a:pt x="0" y="54292"/>
                      </a:lnTo>
                      <a:lnTo>
                        <a:pt x="8565" y="54292"/>
                      </a:lnTo>
                      <a:lnTo>
                        <a:pt x="8565" y="63817"/>
                      </a:lnTo>
                      <a:close/>
                      <a:moveTo>
                        <a:pt x="8565" y="38100"/>
                      </a:moveTo>
                      <a:lnTo>
                        <a:pt x="0" y="38100"/>
                      </a:lnTo>
                      <a:lnTo>
                        <a:pt x="0" y="19050"/>
                      </a:lnTo>
                      <a:lnTo>
                        <a:pt x="8565" y="19050"/>
                      </a:lnTo>
                      <a:lnTo>
                        <a:pt x="8565" y="38100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34"/>
                <p:cNvSpPr/>
                <p:nvPr/>
              </p:nvSpPr>
              <p:spPr>
                <a:xfrm>
                  <a:off x="8066874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03" name="Google Shape;903;p34"/>
              <p:cNvGrpSpPr/>
              <p:nvPr/>
            </p:nvGrpSpPr>
            <p:grpSpPr>
              <a:xfrm>
                <a:off x="9785294" y="952845"/>
                <a:ext cx="5709" cy="768666"/>
                <a:chOff x="8524619" y="1541145"/>
                <a:chExt cx="5709" cy="768666"/>
              </a:xfrm>
            </p:grpSpPr>
            <p:sp>
              <p:nvSpPr>
                <p:cNvPr id="904" name="Google Shape;904;p34"/>
                <p:cNvSpPr/>
                <p:nvPr/>
              </p:nvSpPr>
              <p:spPr>
                <a:xfrm>
                  <a:off x="8525570" y="230790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34"/>
                <p:cNvSpPr/>
                <p:nvPr/>
              </p:nvSpPr>
              <p:spPr>
                <a:xfrm>
                  <a:off x="8524619" y="2286952"/>
                  <a:ext cx="4758" cy="19050"/>
                </a:xfrm>
                <a:custGeom>
                  <a:rect b="b" l="l" r="r" t="t"/>
                  <a:pathLst>
                    <a:path extrusionOk="0" h="19050" w="4758">
                      <a:moveTo>
                        <a:pt x="4758" y="19050"/>
                      </a:moveTo>
                      <a:lnTo>
                        <a:pt x="0" y="19050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19050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906;p34"/>
                <p:cNvSpPr/>
                <p:nvPr/>
              </p:nvSpPr>
              <p:spPr>
                <a:xfrm>
                  <a:off x="8524619" y="1550669"/>
                  <a:ext cx="4758" cy="729614"/>
                </a:xfrm>
                <a:custGeom>
                  <a:rect b="b" l="l" r="r" t="t"/>
                  <a:pathLst>
                    <a:path extrusionOk="0" h="729614" w="4758">
                      <a:moveTo>
                        <a:pt x="4758" y="729615"/>
                      </a:moveTo>
                      <a:lnTo>
                        <a:pt x="0" y="729615"/>
                      </a:lnTo>
                      <a:lnTo>
                        <a:pt x="0" y="725805"/>
                      </a:lnTo>
                      <a:lnTo>
                        <a:pt x="4758" y="725805"/>
                      </a:lnTo>
                      <a:lnTo>
                        <a:pt x="4758" y="729615"/>
                      </a:lnTo>
                      <a:close/>
                      <a:moveTo>
                        <a:pt x="4758" y="722948"/>
                      </a:moveTo>
                      <a:lnTo>
                        <a:pt x="0" y="722948"/>
                      </a:lnTo>
                      <a:lnTo>
                        <a:pt x="0" y="719138"/>
                      </a:lnTo>
                      <a:lnTo>
                        <a:pt x="4758" y="719138"/>
                      </a:lnTo>
                      <a:lnTo>
                        <a:pt x="4758" y="722948"/>
                      </a:lnTo>
                      <a:close/>
                      <a:moveTo>
                        <a:pt x="4758" y="707708"/>
                      </a:moveTo>
                      <a:lnTo>
                        <a:pt x="0" y="707708"/>
                      </a:lnTo>
                      <a:lnTo>
                        <a:pt x="0" y="703898"/>
                      </a:lnTo>
                      <a:lnTo>
                        <a:pt x="4758" y="703898"/>
                      </a:lnTo>
                      <a:lnTo>
                        <a:pt x="4758" y="707708"/>
                      </a:lnTo>
                      <a:close/>
                      <a:moveTo>
                        <a:pt x="4758" y="697230"/>
                      </a:moveTo>
                      <a:lnTo>
                        <a:pt x="0" y="697230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7230"/>
                      </a:lnTo>
                      <a:close/>
                      <a:moveTo>
                        <a:pt x="4758" y="690563"/>
                      </a:moveTo>
                      <a:lnTo>
                        <a:pt x="0" y="690563"/>
                      </a:lnTo>
                      <a:lnTo>
                        <a:pt x="0" y="686753"/>
                      </a:lnTo>
                      <a:lnTo>
                        <a:pt x="4758" y="686753"/>
                      </a:lnTo>
                      <a:lnTo>
                        <a:pt x="4758" y="690563"/>
                      </a:lnTo>
                      <a:close/>
                      <a:moveTo>
                        <a:pt x="4758" y="676275"/>
                      </a:moveTo>
                      <a:lnTo>
                        <a:pt x="0" y="676275"/>
                      </a:lnTo>
                      <a:lnTo>
                        <a:pt x="0" y="672465"/>
                      </a:lnTo>
                      <a:lnTo>
                        <a:pt x="4758" y="672465"/>
                      </a:lnTo>
                      <a:lnTo>
                        <a:pt x="4758" y="676275"/>
                      </a:lnTo>
                      <a:close/>
                      <a:moveTo>
                        <a:pt x="4758" y="665798"/>
                      </a:moveTo>
                      <a:lnTo>
                        <a:pt x="0" y="665798"/>
                      </a:lnTo>
                      <a:lnTo>
                        <a:pt x="0" y="661988"/>
                      </a:lnTo>
                      <a:lnTo>
                        <a:pt x="4758" y="661988"/>
                      </a:lnTo>
                      <a:lnTo>
                        <a:pt x="4758" y="665798"/>
                      </a:lnTo>
                      <a:close/>
                      <a:moveTo>
                        <a:pt x="4758" y="659130"/>
                      </a:moveTo>
                      <a:lnTo>
                        <a:pt x="0" y="659130"/>
                      </a:lnTo>
                      <a:lnTo>
                        <a:pt x="0" y="655320"/>
                      </a:lnTo>
                      <a:lnTo>
                        <a:pt x="4758" y="655320"/>
                      </a:lnTo>
                      <a:lnTo>
                        <a:pt x="4758" y="659130"/>
                      </a:lnTo>
                      <a:close/>
                      <a:moveTo>
                        <a:pt x="4758" y="643890"/>
                      </a:moveTo>
                      <a:lnTo>
                        <a:pt x="0" y="643890"/>
                      </a:lnTo>
                      <a:lnTo>
                        <a:pt x="0" y="640080"/>
                      </a:lnTo>
                      <a:lnTo>
                        <a:pt x="4758" y="640080"/>
                      </a:lnTo>
                      <a:lnTo>
                        <a:pt x="4758" y="643890"/>
                      </a:lnTo>
                      <a:close/>
                      <a:moveTo>
                        <a:pt x="4758" y="633413"/>
                      </a:moveTo>
                      <a:lnTo>
                        <a:pt x="0" y="633413"/>
                      </a:lnTo>
                      <a:lnTo>
                        <a:pt x="0" y="629603"/>
                      </a:lnTo>
                      <a:lnTo>
                        <a:pt x="4758" y="629603"/>
                      </a:lnTo>
                      <a:lnTo>
                        <a:pt x="4758" y="633413"/>
                      </a:lnTo>
                      <a:close/>
                      <a:moveTo>
                        <a:pt x="4758" y="626745"/>
                      </a:moveTo>
                      <a:lnTo>
                        <a:pt x="0" y="626745"/>
                      </a:lnTo>
                      <a:lnTo>
                        <a:pt x="0" y="622935"/>
                      </a:lnTo>
                      <a:lnTo>
                        <a:pt x="4758" y="622935"/>
                      </a:lnTo>
                      <a:lnTo>
                        <a:pt x="4758" y="626745"/>
                      </a:lnTo>
                      <a:close/>
                      <a:moveTo>
                        <a:pt x="4758" y="612458"/>
                      </a:moveTo>
                      <a:lnTo>
                        <a:pt x="0" y="612458"/>
                      </a:lnTo>
                      <a:lnTo>
                        <a:pt x="0" y="608648"/>
                      </a:lnTo>
                      <a:lnTo>
                        <a:pt x="4758" y="608648"/>
                      </a:lnTo>
                      <a:lnTo>
                        <a:pt x="4758" y="612458"/>
                      </a:lnTo>
                      <a:close/>
                      <a:moveTo>
                        <a:pt x="4758" y="601028"/>
                      </a:moveTo>
                      <a:lnTo>
                        <a:pt x="0" y="601028"/>
                      </a:lnTo>
                      <a:lnTo>
                        <a:pt x="0" y="597218"/>
                      </a:lnTo>
                      <a:lnTo>
                        <a:pt x="4758" y="597218"/>
                      </a:lnTo>
                      <a:lnTo>
                        <a:pt x="4758" y="601028"/>
                      </a:lnTo>
                      <a:close/>
                      <a:moveTo>
                        <a:pt x="4758" y="595313"/>
                      </a:moveTo>
                      <a:lnTo>
                        <a:pt x="0" y="595313"/>
                      </a:lnTo>
                      <a:lnTo>
                        <a:pt x="0" y="591503"/>
                      </a:lnTo>
                      <a:lnTo>
                        <a:pt x="4758" y="591503"/>
                      </a:lnTo>
                      <a:lnTo>
                        <a:pt x="4758" y="595313"/>
                      </a:lnTo>
                      <a:close/>
                      <a:moveTo>
                        <a:pt x="4758" y="580073"/>
                      </a:moveTo>
                      <a:lnTo>
                        <a:pt x="0" y="580073"/>
                      </a:lnTo>
                      <a:lnTo>
                        <a:pt x="0" y="576263"/>
                      </a:lnTo>
                      <a:lnTo>
                        <a:pt x="4758" y="576263"/>
                      </a:lnTo>
                      <a:lnTo>
                        <a:pt x="4758" y="580073"/>
                      </a:lnTo>
                      <a:close/>
                      <a:moveTo>
                        <a:pt x="4758" y="569595"/>
                      </a:moveTo>
                      <a:lnTo>
                        <a:pt x="0" y="569595"/>
                      </a:lnTo>
                      <a:lnTo>
                        <a:pt x="0" y="565785"/>
                      </a:lnTo>
                      <a:lnTo>
                        <a:pt x="4758" y="565785"/>
                      </a:lnTo>
                      <a:lnTo>
                        <a:pt x="4758" y="569595"/>
                      </a:lnTo>
                      <a:close/>
                      <a:moveTo>
                        <a:pt x="4758" y="562928"/>
                      </a:moveTo>
                      <a:lnTo>
                        <a:pt x="0" y="562928"/>
                      </a:lnTo>
                      <a:lnTo>
                        <a:pt x="0" y="559118"/>
                      </a:lnTo>
                      <a:lnTo>
                        <a:pt x="4758" y="559118"/>
                      </a:lnTo>
                      <a:lnTo>
                        <a:pt x="4758" y="562928"/>
                      </a:lnTo>
                      <a:close/>
                      <a:moveTo>
                        <a:pt x="4758" y="547688"/>
                      </a:moveTo>
                      <a:lnTo>
                        <a:pt x="0" y="547688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7688"/>
                      </a:lnTo>
                      <a:close/>
                      <a:moveTo>
                        <a:pt x="4758" y="537210"/>
                      </a:moveTo>
                      <a:lnTo>
                        <a:pt x="0" y="537210"/>
                      </a:lnTo>
                      <a:lnTo>
                        <a:pt x="0" y="533400"/>
                      </a:lnTo>
                      <a:lnTo>
                        <a:pt x="4758" y="533400"/>
                      </a:lnTo>
                      <a:lnTo>
                        <a:pt x="4758" y="537210"/>
                      </a:lnTo>
                      <a:close/>
                      <a:moveTo>
                        <a:pt x="4758" y="530543"/>
                      </a:moveTo>
                      <a:lnTo>
                        <a:pt x="0" y="530543"/>
                      </a:lnTo>
                      <a:lnTo>
                        <a:pt x="0" y="526733"/>
                      </a:lnTo>
                      <a:lnTo>
                        <a:pt x="4758" y="526733"/>
                      </a:lnTo>
                      <a:lnTo>
                        <a:pt x="4758" y="530543"/>
                      </a:lnTo>
                      <a:close/>
                      <a:moveTo>
                        <a:pt x="4758" y="516255"/>
                      </a:moveTo>
                      <a:lnTo>
                        <a:pt x="0" y="516255"/>
                      </a:lnTo>
                      <a:lnTo>
                        <a:pt x="0" y="512445"/>
                      </a:lnTo>
                      <a:lnTo>
                        <a:pt x="4758" y="512445"/>
                      </a:lnTo>
                      <a:lnTo>
                        <a:pt x="4758" y="516255"/>
                      </a:lnTo>
                      <a:close/>
                      <a:moveTo>
                        <a:pt x="4758" y="504825"/>
                      </a:moveTo>
                      <a:lnTo>
                        <a:pt x="0" y="504825"/>
                      </a:lnTo>
                      <a:lnTo>
                        <a:pt x="0" y="501015"/>
                      </a:lnTo>
                      <a:lnTo>
                        <a:pt x="4758" y="501015"/>
                      </a:lnTo>
                      <a:lnTo>
                        <a:pt x="4758" y="504825"/>
                      </a:lnTo>
                      <a:close/>
                      <a:moveTo>
                        <a:pt x="4758" y="499110"/>
                      </a:moveTo>
                      <a:lnTo>
                        <a:pt x="0" y="499110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499110"/>
                      </a:lnTo>
                      <a:close/>
                      <a:moveTo>
                        <a:pt x="4758" y="483870"/>
                      </a:moveTo>
                      <a:lnTo>
                        <a:pt x="0" y="483870"/>
                      </a:lnTo>
                      <a:lnTo>
                        <a:pt x="0" y="480060"/>
                      </a:lnTo>
                      <a:lnTo>
                        <a:pt x="4758" y="480060"/>
                      </a:lnTo>
                      <a:lnTo>
                        <a:pt x="4758" y="483870"/>
                      </a:lnTo>
                      <a:close/>
                      <a:moveTo>
                        <a:pt x="4758" y="473393"/>
                      </a:moveTo>
                      <a:lnTo>
                        <a:pt x="0" y="473393"/>
                      </a:lnTo>
                      <a:lnTo>
                        <a:pt x="0" y="468630"/>
                      </a:lnTo>
                      <a:lnTo>
                        <a:pt x="4758" y="468630"/>
                      </a:lnTo>
                      <a:lnTo>
                        <a:pt x="4758" y="473393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2915"/>
                      </a:lnTo>
                      <a:lnTo>
                        <a:pt x="4758" y="462915"/>
                      </a:lnTo>
                      <a:lnTo>
                        <a:pt x="4758" y="466725"/>
                      </a:lnTo>
                      <a:close/>
                      <a:moveTo>
                        <a:pt x="4758" y="451485"/>
                      </a:moveTo>
                      <a:lnTo>
                        <a:pt x="0" y="451485"/>
                      </a:lnTo>
                      <a:lnTo>
                        <a:pt x="0" y="447675"/>
                      </a:lnTo>
                      <a:lnTo>
                        <a:pt x="4758" y="447675"/>
                      </a:lnTo>
                      <a:lnTo>
                        <a:pt x="4758" y="451485"/>
                      </a:lnTo>
                      <a:close/>
                      <a:moveTo>
                        <a:pt x="4758" y="441008"/>
                      </a:moveTo>
                      <a:lnTo>
                        <a:pt x="0" y="441008"/>
                      </a:lnTo>
                      <a:lnTo>
                        <a:pt x="0" y="437197"/>
                      </a:lnTo>
                      <a:lnTo>
                        <a:pt x="4758" y="437197"/>
                      </a:lnTo>
                      <a:lnTo>
                        <a:pt x="4758" y="441008"/>
                      </a:lnTo>
                      <a:close/>
                      <a:moveTo>
                        <a:pt x="4758" y="434340"/>
                      </a:moveTo>
                      <a:lnTo>
                        <a:pt x="0" y="434340"/>
                      </a:lnTo>
                      <a:lnTo>
                        <a:pt x="0" y="430530"/>
                      </a:lnTo>
                      <a:lnTo>
                        <a:pt x="4758" y="430530"/>
                      </a:lnTo>
                      <a:lnTo>
                        <a:pt x="4758" y="434340"/>
                      </a:lnTo>
                      <a:close/>
                      <a:moveTo>
                        <a:pt x="4758" y="420053"/>
                      </a:moveTo>
                      <a:lnTo>
                        <a:pt x="0" y="420053"/>
                      </a:lnTo>
                      <a:lnTo>
                        <a:pt x="0" y="416243"/>
                      </a:lnTo>
                      <a:lnTo>
                        <a:pt x="4758" y="416243"/>
                      </a:lnTo>
                      <a:lnTo>
                        <a:pt x="4758" y="420053"/>
                      </a:lnTo>
                      <a:close/>
                      <a:moveTo>
                        <a:pt x="4758" y="409575"/>
                      </a:moveTo>
                      <a:lnTo>
                        <a:pt x="0" y="409575"/>
                      </a:lnTo>
                      <a:lnTo>
                        <a:pt x="0" y="405765"/>
                      </a:lnTo>
                      <a:lnTo>
                        <a:pt x="4758" y="405765"/>
                      </a:lnTo>
                      <a:lnTo>
                        <a:pt x="4758" y="409575"/>
                      </a:lnTo>
                      <a:close/>
                      <a:moveTo>
                        <a:pt x="4758" y="402908"/>
                      </a:moveTo>
                      <a:lnTo>
                        <a:pt x="0" y="402908"/>
                      </a:lnTo>
                      <a:lnTo>
                        <a:pt x="0" y="399097"/>
                      </a:lnTo>
                      <a:lnTo>
                        <a:pt x="4758" y="399097"/>
                      </a:lnTo>
                      <a:lnTo>
                        <a:pt x="4758" y="402908"/>
                      </a:lnTo>
                      <a:close/>
                      <a:moveTo>
                        <a:pt x="4758" y="387668"/>
                      </a:moveTo>
                      <a:lnTo>
                        <a:pt x="0" y="387668"/>
                      </a:lnTo>
                      <a:lnTo>
                        <a:pt x="0" y="383858"/>
                      </a:lnTo>
                      <a:lnTo>
                        <a:pt x="4758" y="383858"/>
                      </a:lnTo>
                      <a:lnTo>
                        <a:pt x="4758" y="387668"/>
                      </a:lnTo>
                      <a:close/>
                      <a:moveTo>
                        <a:pt x="4758" y="377190"/>
                      </a:moveTo>
                      <a:lnTo>
                        <a:pt x="0" y="377190"/>
                      </a:lnTo>
                      <a:lnTo>
                        <a:pt x="0" y="373380"/>
                      </a:lnTo>
                      <a:lnTo>
                        <a:pt x="4758" y="373380"/>
                      </a:lnTo>
                      <a:lnTo>
                        <a:pt x="4758" y="377190"/>
                      </a:lnTo>
                      <a:close/>
                      <a:moveTo>
                        <a:pt x="4758" y="370522"/>
                      </a:moveTo>
                      <a:lnTo>
                        <a:pt x="0" y="370522"/>
                      </a:lnTo>
                      <a:lnTo>
                        <a:pt x="0" y="366713"/>
                      </a:lnTo>
                      <a:lnTo>
                        <a:pt x="4758" y="366713"/>
                      </a:lnTo>
                      <a:lnTo>
                        <a:pt x="4758" y="370522"/>
                      </a:lnTo>
                      <a:close/>
                      <a:moveTo>
                        <a:pt x="4758" y="356235"/>
                      </a:moveTo>
                      <a:lnTo>
                        <a:pt x="0" y="356235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6235"/>
                      </a:lnTo>
                      <a:close/>
                      <a:moveTo>
                        <a:pt x="4758" y="344805"/>
                      </a:moveTo>
                      <a:lnTo>
                        <a:pt x="0" y="344805"/>
                      </a:lnTo>
                      <a:lnTo>
                        <a:pt x="0" y="340995"/>
                      </a:lnTo>
                      <a:lnTo>
                        <a:pt x="4758" y="340995"/>
                      </a:lnTo>
                      <a:lnTo>
                        <a:pt x="4758" y="344805"/>
                      </a:lnTo>
                      <a:close/>
                      <a:moveTo>
                        <a:pt x="4758" y="339090"/>
                      </a:moveTo>
                      <a:lnTo>
                        <a:pt x="0" y="339090"/>
                      </a:lnTo>
                      <a:lnTo>
                        <a:pt x="0" y="335280"/>
                      </a:lnTo>
                      <a:lnTo>
                        <a:pt x="4758" y="335280"/>
                      </a:lnTo>
                      <a:lnTo>
                        <a:pt x="4758" y="33909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20040"/>
                      </a:lnTo>
                      <a:lnTo>
                        <a:pt x="4758" y="320040"/>
                      </a:lnTo>
                      <a:lnTo>
                        <a:pt x="4758" y="323850"/>
                      </a:lnTo>
                      <a:close/>
                      <a:moveTo>
                        <a:pt x="4758" y="313372"/>
                      </a:moveTo>
                      <a:lnTo>
                        <a:pt x="0" y="313372"/>
                      </a:lnTo>
                      <a:lnTo>
                        <a:pt x="0" y="309563"/>
                      </a:lnTo>
                      <a:lnTo>
                        <a:pt x="4758" y="309563"/>
                      </a:lnTo>
                      <a:lnTo>
                        <a:pt x="4758" y="313372"/>
                      </a:lnTo>
                      <a:close/>
                      <a:moveTo>
                        <a:pt x="4758" y="306705"/>
                      </a:moveTo>
                      <a:lnTo>
                        <a:pt x="0" y="306705"/>
                      </a:lnTo>
                      <a:lnTo>
                        <a:pt x="0" y="302895"/>
                      </a:lnTo>
                      <a:lnTo>
                        <a:pt x="4758" y="302895"/>
                      </a:lnTo>
                      <a:lnTo>
                        <a:pt x="4758" y="306705"/>
                      </a:lnTo>
                      <a:close/>
                      <a:moveTo>
                        <a:pt x="4758" y="291465"/>
                      </a:moveTo>
                      <a:lnTo>
                        <a:pt x="0" y="291465"/>
                      </a:lnTo>
                      <a:lnTo>
                        <a:pt x="0" y="287655"/>
                      </a:lnTo>
                      <a:lnTo>
                        <a:pt x="4758" y="287655"/>
                      </a:lnTo>
                      <a:lnTo>
                        <a:pt x="4758" y="291465"/>
                      </a:lnTo>
                      <a:close/>
                      <a:moveTo>
                        <a:pt x="4758" y="280988"/>
                      </a:moveTo>
                      <a:lnTo>
                        <a:pt x="0" y="280988"/>
                      </a:lnTo>
                      <a:lnTo>
                        <a:pt x="0" y="277178"/>
                      </a:lnTo>
                      <a:lnTo>
                        <a:pt x="4758" y="277178"/>
                      </a:lnTo>
                      <a:lnTo>
                        <a:pt x="4758" y="280988"/>
                      </a:lnTo>
                      <a:close/>
                      <a:moveTo>
                        <a:pt x="4758" y="274320"/>
                      </a:moveTo>
                      <a:lnTo>
                        <a:pt x="0" y="274320"/>
                      </a:lnTo>
                      <a:lnTo>
                        <a:pt x="0" y="270510"/>
                      </a:lnTo>
                      <a:lnTo>
                        <a:pt x="4758" y="270510"/>
                      </a:lnTo>
                      <a:lnTo>
                        <a:pt x="4758" y="274320"/>
                      </a:lnTo>
                      <a:close/>
                      <a:moveTo>
                        <a:pt x="4758" y="260033"/>
                      </a:moveTo>
                      <a:lnTo>
                        <a:pt x="0" y="260033"/>
                      </a:lnTo>
                      <a:lnTo>
                        <a:pt x="0" y="256222"/>
                      </a:lnTo>
                      <a:lnTo>
                        <a:pt x="4758" y="256222"/>
                      </a:lnTo>
                      <a:lnTo>
                        <a:pt x="4758" y="260033"/>
                      </a:lnTo>
                      <a:close/>
                      <a:moveTo>
                        <a:pt x="4758" y="248603"/>
                      </a:moveTo>
                      <a:lnTo>
                        <a:pt x="0" y="248603"/>
                      </a:lnTo>
                      <a:lnTo>
                        <a:pt x="0" y="244793"/>
                      </a:lnTo>
                      <a:lnTo>
                        <a:pt x="4758" y="244793"/>
                      </a:lnTo>
                      <a:lnTo>
                        <a:pt x="4758" y="248603"/>
                      </a:lnTo>
                      <a:close/>
                      <a:moveTo>
                        <a:pt x="4758" y="242888"/>
                      </a:moveTo>
                      <a:lnTo>
                        <a:pt x="0" y="242888"/>
                      </a:lnTo>
                      <a:lnTo>
                        <a:pt x="0" y="239078"/>
                      </a:lnTo>
                      <a:lnTo>
                        <a:pt x="4758" y="239078"/>
                      </a:lnTo>
                      <a:lnTo>
                        <a:pt x="4758" y="242888"/>
                      </a:lnTo>
                      <a:close/>
                      <a:moveTo>
                        <a:pt x="4758" y="227647"/>
                      </a:moveTo>
                      <a:lnTo>
                        <a:pt x="0" y="227647"/>
                      </a:lnTo>
                      <a:lnTo>
                        <a:pt x="0" y="223838"/>
                      </a:lnTo>
                      <a:lnTo>
                        <a:pt x="4758" y="223838"/>
                      </a:lnTo>
                      <a:lnTo>
                        <a:pt x="4758" y="227647"/>
                      </a:lnTo>
                      <a:close/>
                      <a:moveTo>
                        <a:pt x="4758" y="217170"/>
                      </a:moveTo>
                      <a:lnTo>
                        <a:pt x="0" y="217170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7170"/>
                      </a:lnTo>
                      <a:close/>
                      <a:moveTo>
                        <a:pt x="4758" y="210503"/>
                      </a:moveTo>
                      <a:lnTo>
                        <a:pt x="0" y="210503"/>
                      </a:lnTo>
                      <a:lnTo>
                        <a:pt x="0" y="206693"/>
                      </a:lnTo>
                      <a:lnTo>
                        <a:pt x="4758" y="206693"/>
                      </a:lnTo>
                      <a:lnTo>
                        <a:pt x="4758" y="210503"/>
                      </a:lnTo>
                      <a:close/>
                      <a:moveTo>
                        <a:pt x="4758" y="195263"/>
                      </a:moveTo>
                      <a:lnTo>
                        <a:pt x="0" y="195263"/>
                      </a:lnTo>
                      <a:lnTo>
                        <a:pt x="0" y="191453"/>
                      </a:lnTo>
                      <a:lnTo>
                        <a:pt x="4758" y="191453"/>
                      </a:lnTo>
                      <a:lnTo>
                        <a:pt x="4758" y="19526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975"/>
                      </a:lnTo>
                      <a:lnTo>
                        <a:pt x="4758" y="180975"/>
                      </a:lnTo>
                      <a:lnTo>
                        <a:pt x="4758" y="184785"/>
                      </a:lnTo>
                      <a:close/>
                      <a:moveTo>
                        <a:pt x="4758" y="179070"/>
                      </a:moveTo>
                      <a:lnTo>
                        <a:pt x="0" y="179070"/>
                      </a:lnTo>
                      <a:lnTo>
                        <a:pt x="0" y="175260"/>
                      </a:lnTo>
                      <a:lnTo>
                        <a:pt x="4758" y="175260"/>
                      </a:lnTo>
                      <a:lnTo>
                        <a:pt x="4758" y="179070"/>
                      </a:lnTo>
                      <a:close/>
                      <a:moveTo>
                        <a:pt x="4758" y="163830"/>
                      </a:moveTo>
                      <a:lnTo>
                        <a:pt x="0" y="163830"/>
                      </a:lnTo>
                      <a:lnTo>
                        <a:pt x="0" y="160020"/>
                      </a:lnTo>
                      <a:lnTo>
                        <a:pt x="4758" y="160020"/>
                      </a:lnTo>
                      <a:lnTo>
                        <a:pt x="4758" y="163830"/>
                      </a:lnTo>
                      <a:close/>
                      <a:moveTo>
                        <a:pt x="4758" y="153353"/>
                      </a:moveTo>
                      <a:lnTo>
                        <a:pt x="0" y="153353"/>
                      </a:lnTo>
                      <a:lnTo>
                        <a:pt x="0" y="149543"/>
                      </a:lnTo>
                      <a:lnTo>
                        <a:pt x="4758" y="149543"/>
                      </a:lnTo>
                      <a:lnTo>
                        <a:pt x="4758" y="153353"/>
                      </a:lnTo>
                      <a:close/>
                      <a:moveTo>
                        <a:pt x="4758" y="146685"/>
                      </a:moveTo>
                      <a:lnTo>
                        <a:pt x="0" y="146685"/>
                      </a:lnTo>
                      <a:lnTo>
                        <a:pt x="0" y="142875"/>
                      </a:lnTo>
                      <a:lnTo>
                        <a:pt x="4758" y="142875"/>
                      </a:lnTo>
                      <a:lnTo>
                        <a:pt x="4758" y="146685"/>
                      </a:lnTo>
                      <a:close/>
                      <a:moveTo>
                        <a:pt x="4758" y="131445"/>
                      </a:moveTo>
                      <a:lnTo>
                        <a:pt x="0" y="131445"/>
                      </a:lnTo>
                      <a:lnTo>
                        <a:pt x="0" y="127635"/>
                      </a:lnTo>
                      <a:lnTo>
                        <a:pt x="4758" y="127635"/>
                      </a:lnTo>
                      <a:lnTo>
                        <a:pt x="4758" y="131445"/>
                      </a:lnTo>
                      <a:close/>
                      <a:moveTo>
                        <a:pt x="4758" y="120968"/>
                      </a:moveTo>
                      <a:lnTo>
                        <a:pt x="0" y="120968"/>
                      </a:lnTo>
                      <a:lnTo>
                        <a:pt x="0" y="117157"/>
                      </a:lnTo>
                      <a:lnTo>
                        <a:pt x="4758" y="117157"/>
                      </a:lnTo>
                      <a:lnTo>
                        <a:pt x="4758" y="120968"/>
                      </a:lnTo>
                      <a:close/>
                      <a:moveTo>
                        <a:pt x="4758" y="114300"/>
                      </a:moveTo>
                      <a:lnTo>
                        <a:pt x="0" y="114300"/>
                      </a:lnTo>
                      <a:lnTo>
                        <a:pt x="0" y="110490"/>
                      </a:lnTo>
                      <a:lnTo>
                        <a:pt x="4758" y="110490"/>
                      </a:lnTo>
                      <a:lnTo>
                        <a:pt x="4758" y="114300"/>
                      </a:lnTo>
                      <a:close/>
                      <a:moveTo>
                        <a:pt x="4758" y="100013"/>
                      </a:moveTo>
                      <a:lnTo>
                        <a:pt x="0" y="100013"/>
                      </a:lnTo>
                      <a:lnTo>
                        <a:pt x="0" y="96203"/>
                      </a:lnTo>
                      <a:lnTo>
                        <a:pt x="4758" y="96203"/>
                      </a:lnTo>
                      <a:lnTo>
                        <a:pt x="4758" y="100013"/>
                      </a:lnTo>
                      <a:close/>
                      <a:moveTo>
                        <a:pt x="4758" y="88582"/>
                      </a:moveTo>
                      <a:lnTo>
                        <a:pt x="0" y="88582"/>
                      </a:lnTo>
                      <a:lnTo>
                        <a:pt x="0" y="84773"/>
                      </a:lnTo>
                      <a:lnTo>
                        <a:pt x="4758" y="84773"/>
                      </a:lnTo>
                      <a:lnTo>
                        <a:pt x="4758" y="88582"/>
                      </a:lnTo>
                      <a:close/>
                      <a:moveTo>
                        <a:pt x="4758" y="82868"/>
                      </a:moveTo>
                      <a:lnTo>
                        <a:pt x="0" y="82868"/>
                      </a:lnTo>
                      <a:lnTo>
                        <a:pt x="0" y="78105"/>
                      </a:lnTo>
                      <a:lnTo>
                        <a:pt x="4758" y="78105"/>
                      </a:lnTo>
                      <a:lnTo>
                        <a:pt x="4758" y="82868"/>
                      </a:lnTo>
                      <a:close/>
                      <a:moveTo>
                        <a:pt x="4758" y="67628"/>
                      </a:moveTo>
                      <a:lnTo>
                        <a:pt x="0" y="67628"/>
                      </a:lnTo>
                      <a:lnTo>
                        <a:pt x="0" y="63818"/>
                      </a:lnTo>
                      <a:lnTo>
                        <a:pt x="4758" y="63818"/>
                      </a:lnTo>
                      <a:lnTo>
                        <a:pt x="4758" y="67628"/>
                      </a:lnTo>
                      <a:close/>
                      <a:moveTo>
                        <a:pt x="4758" y="57150"/>
                      </a:moveTo>
                      <a:lnTo>
                        <a:pt x="0" y="57150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7150"/>
                      </a:lnTo>
                      <a:close/>
                      <a:moveTo>
                        <a:pt x="4758" y="50482"/>
                      </a:moveTo>
                      <a:lnTo>
                        <a:pt x="0" y="50482"/>
                      </a:lnTo>
                      <a:lnTo>
                        <a:pt x="0" y="46673"/>
                      </a:lnTo>
                      <a:lnTo>
                        <a:pt x="4758" y="46673"/>
                      </a:lnTo>
                      <a:lnTo>
                        <a:pt x="4758" y="50482"/>
                      </a:lnTo>
                      <a:close/>
                      <a:moveTo>
                        <a:pt x="4758" y="35243"/>
                      </a:moveTo>
                      <a:lnTo>
                        <a:pt x="0" y="35243"/>
                      </a:lnTo>
                      <a:lnTo>
                        <a:pt x="0" y="31432"/>
                      </a:lnTo>
                      <a:lnTo>
                        <a:pt x="4758" y="31432"/>
                      </a:lnTo>
                      <a:lnTo>
                        <a:pt x="4758" y="35243"/>
                      </a:lnTo>
                      <a:close/>
                      <a:moveTo>
                        <a:pt x="4758" y="24765"/>
                      </a:moveTo>
                      <a:lnTo>
                        <a:pt x="0" y="24765"/>
                      </a:lnTo>
                      <a:lnTo>
                        <a:pt x="0" y="20955"/>
                      </a:lnTo>
                      <a:lnTo>
                        <a:pt x="4758" y="20955"/>
                      </a:lnTo>
                      <a:lnTo>
                        <a:pt x="4758" y="24765"/>
                      </a:lnTo>
                      <a:close/>
                      <a:moveTo>
                        <a:pt x="4758" y="18098"/>
                      </a:moveTo>
                      <a:lnTo>
                        <a:pt x="0" y="18098"/>
                      </a:lnTo>
                      <a:lnTo>
                        <a:pt x="0" y="14288"/>
                      </a:lnTo>
                      <a:lnTo>
                        <a:pt x="4758" y="14288"/>
                      </a:lnTo>
                      <a:lnTo>
                        <a:pt x="4758" y="18098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p34"/>
                <p:cNvSpPr/>
                <p:nvPr/>
              </p:nvSpPr>
              <p:spPr>
                <a:xfrm>
                  <a:off x="8525570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08" name="Google Shape;908;p34"/>
              <p:cNvGrpSpPr/>
              <p:nvPr/>
            </p:nvGrpSpPr>
            <p:grpSpPr>
              <a:xfrm>
                <a:off x="9434134" y="952845"/>
                <a:ext cx="4758" cy="791526"/>
                <a:chOff x="8173459" y="1541145"/>
                <a:chExt cx="4758" cy="791526"/>
              </a:xfrm>
            </p:grpSpPr>
            <p:sp>
              <p:nvSpPr>
                <p:cNvPr id="909" name="Google Shape;909;p34"/>
                <p:cNvSpPr/>
                <p:nvPr/>
              </p:nvSpPr>
              <p:spPr>
                <a:xfrm>
                  <a:off x="8173459" y="233076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p34"/>
                <p:cNvSpPr/>
                <p:nvPr/>
              </p:nvSpPr>
              <p:spPr>
                <a:xfrm>
                  <a:off x="8173459" y="2308859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3"/>
                      </a:moveTo>
                      <a:lnTo>
                        <a:pt x="0" y="20003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3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1" name="Google Shape;911;p34"/>
                <p:cNvSpPr/>
                <p:nvPr/>
              </p:nvSpPr>
              <p:spPr>
                <a:xfrm>
                  <a:off x="8173459" y="1549717"/>
                  <a:ext cx="4758" cy="752474"/>
                </a:xfrm>
                <a:custGeom>
                  <a:rect b="b" l="l" r="r" t="t"/>
                  <a:pathLst>
                    <a:path extrusionOk="0" h="752474" w="4758">
                      <a:moveTo>
                        <a:pt x="4758" y="752475"/>
                      </a:moveTo>
                      <a:lnTo>
                        <a:pt x="0" y="752475"/>
                      </a:lnTo>
                      <a:lnTo>
                        <a:pt x="0" y="747712"/>
                      </a:lnTo>
                      <a:lnTo>
                        <a:pt x="4758" y="747712"/>
                      </a:lnTo>
                      <a:lnTo>
                        <a:pt x="4758" y="752475"/>
                      </a:lnTo>
                      <a:close/>
                      <a:moveTo>
                        <a:pt x="4758" y="745808"/>
                      </a:moveTo>
                      <a:lnTo>
                        <a:pt x="0" y="745808"/>
                      </a:lnTo>
                      <a:lnTo>
                        <a:pt x="0" y="741045"/>
                      </a:lnTo>
                      <a:lnTo>
                        <a:pt x="4758" y="741045"/>
                      </a:lnTo>
                      <a:lnTo>
                        <a:pt x="4758" y="745808"/>
                      </a:lnTo>
                      <a:close/>
                      <a:moveTo>
                        <a:pt x="4758" y="730567"/>
                      </a:moveTo>
                      <a:lnTo>
                        <a:pt x="0" y="730567"/>
                      </a:lnTo>
                      <a:lnTo>
                        <a:pt x="0" y="726758"/>
                      </a:lnTo>
                      <a:lnTo>
                        <a:pt x="4758" y="726758"/>
                      </a:lnTo>
                      <a:lnTo>
                        <a:pt x="4758" y="730567"/>
                      </a:lnTo>
                      <a:close/>
                      <a:moveTo>
                        <a:pt x="4758" y="720090"/>
                      </a:moveTo>
                      <a:lnTo>
                        <a:pt x="0" y="720090"/>
                      </a:lnTo>
                      <a:lnTo>
                        <a:pt x="0" y="715328"/>
                      </a:lnTo>
                      <a:lnTo>
                        <a:pt x="4758" y="715328"/>
                      </a:lnTo>
                      <a:lnTo>
                        <a:pt x="4758" y="720090"/>
                      </a:lnTo>
                      <a:close/>
                      <a:moveTo>
                        <a:pt x="4758" y="713423"/>
                      </a:moveTo>
                      <a:lnTo>
                        <a:pt x="0" y="713423"/>
                      </a:lnTo>
                      <a:lnTo>
                        <a:pt x="0" y="708660"/>
                      </a:lnTo>
                      <a:lnTo>
                        <a:pt x="4758" y="708660"/>
                      </a:lnTo>
                      <a:lnTo>
                        <a:pt x="4758" y="713423"/>
                      </a:lnTo>
                      <a:close/>
                      <a:moveTo>
                        <a:pt x="4758" y="698183"/>
                      </a:moveTo>
                      <a:lnTo>
                        <a:pt x="0" y="698183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8183"/>
                      </a:lnTo>
                      <a:close/>
                      <a:moveTo>
                        <a:pt x="4758" y="686753"/>
                      </a:moveTo>
                      <a:lnTo>
                        <a:pt x="0" y="686753"/>
                      </a:lnTo>
                      <a:lnTo>
                        <a:pt x="0" y="681990"/>
                      </a:lnTo>
                      <a:lnTo>
                        <a:pt x="4758" y="681990"/>
                      </a:lnTo>
                      <a:lnTo>
                        <a:pt x="4758" y="686753"/>
                      </a:lnTo>
                      <a:close/>
                      <a:moveTo>
                        <a:pt x="4758" y="680085"/>
                      </a:moveTo>
                      <a:lnTo>
                        <a:pt x="0" y="680085"/>
                      </a:lnTo>
                      <a:lnTo>
                        <a:pt x="0" y="675323"/>
                      </a:lnTo>
                      <a:lnTo>
                        <a:pt x="4758" y="675323"/>
                      </a:lnTo>
                      <a:lnTo>
                        <a:pt x="4758" y="680085"/>
                      </a:lnTo>
                      <a:close/>
                      <a:moveTo>
                        <a:pt x="4758" y="664845"/>
                      </a:moveTo>
                      <a:lnTo>
                        <a:pt x="0" y="664845"/>
                      </a:lnTo>
                      <a:lnTo>
                        <a:pt x="0" y="660083"/>
                      </a:lnTo>
                      <a:lnTo>
                        <a:pt x="4758" y="660083"/>
                      </a:lnTo>
                      <a:lnTo>
                        <a:pt x="4758" y="664845"/>
                      </a:lnTo>
                      <a:close/>
                      <a:moveTo>
                        <a:pt x="4758" y="653415"/>
                      </a:moveTo>
                      <a:lnTo>
                        <a:pt x="0" y="653415"/>
                      </a:lnTo>
                      <a:lnTo>
                        <a:pt x="0" y="648653"/>
                      </a:lnTo>
                      <a:lnTo>
                        <a:pt x="4758" y="648653"/>
                      </a:lnTo>
                      <a:lnTo>
                        <a:pt x="4758" y="653415"/>
                      </a:lnTo>
                      <a:close/>
                      <a:moveTo>
                        <a:pt x="4758" y="646748"/>
                      </a:moveTo>
                      <a:lnTo>
                        <a:pt x="0" y="646748"/>
                      </a:lnTo>
                      <a:lnTo>
                        <a:pt x="0" y="641985"/>
                      </a:lnTo>
                      <a:lnTo>
                        <a:pt x="4758" y="641985"/>
                      </a:lnTo>
                      <a:lnTo>
                        <a:pt x="4758" y="646748"/>
                      </a:lnTo>
                      <a:close/>
                      <a:moveTo>
                        <a:pt x="4758" y="631508"/>
                      </a:moveTo>
                      <a:lnTo>
                        <a:pt x="0" y="631508"/>
                      </a:lnTo>
                      <a:lnTo>
                        <a:pt x="0" y="626745"/>
                      </a:lnTo>
                      <a:lnTo>
                        <a:pt x="4758" y="626745"/>
                      </a:lnTo>
                      <a:lnTo>
                        <a:pt x="4758" y="631508"/>
                      </a:lnTo>
                      <a:close/>
                      <a:moveTo>
                        <a:pt x="4758" y="621030"/>
                      </a:moveTo>
                      <a:lnTo>
                        <a:pt x="0" y="621030"/>
                      </a:lnTo>
                      <a:lnTo>
                        <a:pt x="0" y="616268"/>
                      </a:lnTo>
                      <a:lnTo>
                        <a:pt x="4758" y="616268"/>
                      </a:lnTo>
                      <a:lnTo>
                        <a:pt x="4758" y="621030"/>
                      </a:lnTo>
                      <a:close/>
                      <a:moveTo>
                        <a:pt x="4758" y="614362"/>
                      </a:moveTo>
                      <a:lnTo>
                        <a:pt x="0" y="614362"/>
                      </a:lnTo>
                      <a:lnTo>
                        <a:pt x="0" y="609600"/>
                      </a:lnTo>
                      <a:lnTo>
                        <a:pt x="4758" y="609600"/>
                      </a:lnTo>
                      <a:lnTo>
                        <a:pt x="4758" y="614362"/>
                      </a:lnTo>
                      <a:close/>
                      <a:moveTo>
                        <a:pt x="4758" y="599123"/>
                      </a:moveTo>
                      <a:lnTo>
                        <a:pt x="0" y="599123"/>
                      </a:lnTo>
                      <a:lnTo>
                        <a:pt x="0" y="594360"/>
                      </a:lnTo>
                      <a:lnTo>
                        <a:pt x="4758" y="594360"/>
                      </a:lnTo>
                      <a:lnTo>
                        <a:pt x="4758" y="599123"/>
                      </a:lnTo>
                      <a:close/>
                      <a:moveTo>
                        <a:pt x="4758" y="587693"/>
                      </a:moveTo>
                      <a:lnTo>
                        <a:pt x="0" y="587693"/>
                      </a:lnTo>
                      <a:lnTo>
                        <a:pt x="0" y="583883"/>
                      </a:lnTo>
                      <a:lnTo>
                        <a:pt x="4758" y="583883"/>
                      </a:lnTo>
                      <a:lnTo>
                        <a:pt x="4758" y="587693"/>
                      </a:lnTo>
                      <a:close/>
                      <a:moveTo>
                        <a:pt x="4758" y="581025"/>
                      </a:moveTo>
                      <a:lnTo>
                        <a:pt x="0" y="581025"/>
                      </a:lnTo>
                      <a:lnTo>
                        <a:pt x="0" y="576262"/>
                      </a:lnTo>
                      <a:lnTo>
                        <a:pt x="4758" y="576262"/>
                      </a:lnTo>
                      <a:lnTo>
                        <a:pt x="4758" y="581025"/>
                      </a:lnTo>
                      <a:close/>
                      <a:moveTo>
                        <a:pt x="4758" y="565785"/>
                      </a:moveTo>
                      <a:lnTo>
                        <a:pt x="0" y="565785"/>
                      </a:lnTo>
                      <a:lnTo>
                        <a:pt x="0" y="561023"/>
                      </a:lnTo>
                      <a:lnTo>
                        <a:pt x="4758" y="561023"/>
                      </a:lnTo>
                      <a:lnTo>
                        <a:pt x="4758" y="565785"/>
                      </a:lnTo>
                      <a:close/>
                      <a:moveTo>
                        <a:pt x="4758" y="554355"/>
                      </a:moveTo>
                      <a:lnTo>
                        <a:pt x="0" y="554355"/>
                      </a:lnTo>
                      <a:lnTo>
                        <a:pt x="0" y="549593"/>
                      </a:lnTo>
                      <a:lnTo>
                        <a:pt x="4758" y="549593"/>
                      </a:lnTo>
                      <a:lnTo>
                        <a:pt x="4758" y="554355"/>
                      </a:lnTo>
                      <a:close/>
                      <a:moveTo>
                        <a:pt x="4758" y="548640"/>
                      </a:moveTo>
                      <a:lnTo>
                        <a:pt x="0" y="548640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8640"/>
                      </a:lnTo>
                      <a:close/>
                      <a:moveTo>
                        <a:pt x="4758" y="532448"/>
                      </a:moveTo>
                      <a:lnTo>
                        <a:pt x="0" y="532448"/>
                      </a:lnTo>
                      <a:lnTo>
                        <a:pt x="0" y="527685"/>
                      </a:lnTo>
                      <a:lnTo>
                        <a:pt x="4758" y="527685"/>
                      </a:lnTo>
                      <a:lnTo>
                        <a:pt x="4758" y="532448"/>
                      </a:lnTo>
                      <a:close/>
                      <a:moveTo>
                        <a:pt x="4758" y="521970"/>
                      </a:moveTo>
                      <a:lnTo>
                        <a:pt x="0" y="521970"/>
                      </a:lnTo>
                      <a:lnTo>
                        <a:pt x="0" y="517208"/>
                      </a:lnTo>
                      <a:lnTo>
                        <a:pt x="4758" y="517208"/>
                      </a:lnTo>
                      <a:lnTo>
                        <a:pt x="4758" y="521970"/>
                      </a:lnTo>
                      <a:close/>
                      <a:moveTo>
                        <a:pt x="4758" y="515303"/>
                      </a:moveTo>
                      <a:lnTo>
                        <a:pt x="0" y="515303"/>
                      </a:lnTo>
                      <a:lnTo>
                        <a:pt x="0" y="510540"/>
                      </a:lnTo>
                      <a:lnTo>
                        <a:pt x="4758" y="510540"/>
                      </a:lnTo>
                      <a:lnTo>
                        <a:pt x="4758" y="515303"/>
                      </a:lnTo>
                      <a:close/>
                      <a:moveTo>
                        <a:pt x="4758" y="500062"/>
                      </a:moveTo>
                      <a:lnTo>
                        <a:pt x="0" y="500062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500062"/>
                      </a:lnTo>
                      <a:close/>
                      <a:moveTo>
                        <a:pt x="4758" y="488633"/>
                      </a:moveTo>
                      <a:lnTo>
                        <a:pt x="0" y="488633"/>
                      </a:lnTo>
                      <a:lnTo>
                        <a:pt x="0" y="483870"/>
                      </a:lnTo>
                      <a:lnTo>
                        <a:pt x="4758" y="483870"/>
                      </a:lnTo>
                      <a:lnTo>
                        <a:pt x="4758" y="488633"/>
                      </a:lnTo>
                      <a:close/>
                      <a:moveTo>
                        <a:pt x="4758" y="481965"/>
                      </a:moveTo>
                      <a:lnTo>
                        <a:pt x="0" y="481965"/>
                      </a:lnTo>
                      <a:lnTo>
                        <a:pt x="0" y="477203"/>
                      </a:lnTo>
                      <a:lnTo>
                        <a:pt x="4758" y="477203"/>
                      </a:lnTo>
                      <a:lnTo>
                        <a:pt x="4758" y="481965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1962"/>
                      </a:lnTo>
                      <a:lnTo>
                        <a:pt x="4758" y="461962"/>
                      </a:lnTo>
                      <a:lnTo>
                        <a:pt x="4758" y="466725"/>
                      </a:lnTo>
                      <a:close/>
                      <a:moveTo>
                        <a:pt x="4758" y="456247"/>
                      </a:moveTo>
                      <a:lnTo>
                        <a:pt x="0" y="456247"/>
                      </a:lnTo>
                      <a:lnTo>
                        <a:pt x="0" y="451485"/>
                      </a:lnTo>
                      <a:lnTo>
                        <a:pt x="4758" y="451485"/>
                      </a:lnTo>
                      <a:lnTo>
                        <a:pt x="4758" y="456247"/>
                      </a:lnTo>
                      <a:close/>
                      <a:moveTo>
                        <a:pt x="4758" y="449580"/>
                      </a:moveTo>
                      <a:lnTo>
                        <a:pt x="0" y="449580"/>
                      </a:lnTo>
                      <a:lnTo>
                        <a:pt x="0" y="444818"/>
                      </a:lnTo>
                      <a:lnTo>
                        <a:pt x="4758" y="444818"/>
                      </a:lnTo>
                      <a:lnTo>
                        <a:pt x="4758" y="449580"/>
                      </a:lnTo>
                      <a:close/>
                      <a:moveTo>
                        <a:pt x="4758" y="433387"/>
                      </a:moveTo>
                      <a:lnTo>
                        <a:pt x="0" y="433387"/>
                      </a:lnTo>
                      <a:lnTo>
                        <a:pt x="0" y="428625"/>
                      </a:lnTo>
                      <a:lnTo>
                        <a:pt x="4758" y="428625"/>
                      </a:lnTo>
                      <a:lnTo>
                        <a:pt x="4758" y="433387"/>
                      </a:lnTo>
                      <a:close/>
                      <a:moveTo>
                        <a:pt x="4758" y="422910"/>
                      </a:moveTo>
                      <a:lnTo>
                        <a:pt x="0" y="422910"/>
                      </a:lnTo>
                      <a:lnTo>
                        <a:pt x="0" y="418147"/>
                      </a:lnTo>
                      <a:lnTo>
                        <a:pt x="4758" y="418147"/>
                      </a:lnTo>
                      <a:lnTo>
                        <a:pt x="4758" y="422910"/>
                      </a:lnTo>
                      <a:close/>
                      <a:moveTo>
                        <a:pt x="4758" y="416243"/>
                      </a:moveTo>
                      <a:lnTo>
                        <a:pt x="0" y="416243"/>
                      </a:lnTo>
                      <a:lnTo>
                        <a:pt x="0" y="411480"/>
                      </a:lnTo>
                      <a:lnTo>
                        <a:pt x="4758" y="411480"/>
                      </a:lnTo>
                      <a:lnTo>
                        <a:pt x="4758" y="416243"/>
                      </a:lnTo>
                      <a:close/>
                      <a:moveTo>
                        <a:pt x="4758" y="401003"/>
                      </a:moveTo>
                      <a:lnTo>
                        <a:pt x="0" y="401003"/>
                      </a:lnTo>
                      <a:lnTo>
                        <a:pt x="0" y="396240"/>
                      </a:lnTo>
                      <a:lnTo>
                        <a:pt x="4758" y="396240"/>
                      </a:lnTo>
                      <a:lnTo>
                        <a:pt x="4758" y="401003"/>
                      </a:lnTo>
                      <a:close/>
                      <a:moveTo>
                        <a:pt x="4758" y="389572"/>
                      </a:moveTo>
                      <a:lnTo>
                        <a:pt x="0" y="389572"/>
                      </a:lnTo>
                      <a:lnTo>
                        <a:pt x="0" y="384810"/>
                      </a:lnTo>
                      <a:lnTo>
                        <a:pt x="4758" y="384810"/>
                      </a:lnTo>
                      <a:lnTo>
                        <a:pt x="4758" y="389572"/>
                      </a:lnTo>
                      <a:close/>
                      <a:moveTo>
                        <a:pt x="4758" y="382905"/>
                      </a:moveTo>
                      <a:lnTo>
                        <a:pt x="0" y="382905"/>
                      </a:lnTo>
                      <a:lnTo>
                        <a:pt x="0" y="378143"/>
                      </a:lnTo>
                      <a:lnTo>
                        <a:pt x="4758" y="378143"/>
                      </a:lnTo>
                      <a:lnTo>
                        <a:pt x="4758" y="382905"/>
                      </a:lnTo>
                      <a:close/>
                      <a:moveTo>
                        <a:pt x="4758" y="367665"/>
                      </a:moveTo>
                      <a:lnTo>
                        <a:pt x="0" y="367665"/>
                      </a:lnTo>
                      <a:lnTo>
                        <a:pt x="0" y="362903"/>
                      </a:lnTo>
                      <a:lnTo>
                        <a:pt x="4758" y="362903"/>
                      </a:lnTo>
                      <a:lnTo>
                        <a:pt x="4758" y="367665"/>
                      </a:lnTo>
                      <a:close/>
                      <a:moveTo>
                        <a:pt x="4758" y="357187"/>
                      </a:moveTo>
                      <a:lnTo>
                        <a:pt x="0" y="357187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7187"/>
                      </a:lnTo>
                      <a:close/>
                      <a:moveTo>
                        <a:pt x="4758" y="350520"/>
                      </a:moveTo>
                      <a:lnTo>
                        <a:pt x="0" y="350520"/>
                      </a:lnTo>
                      <a:lnTo>
                        <a:pt x="0" y="345758"/>
                      </a:lnTo>
                      <a:lnTo>
                        <a:pt x="4758" y="345758"/>
                      </a:lnTo>
                      <a:lnTo>
                        <a:pt x="4758" y="350520"/>
                      </a:lnTo>
                      <a:close/>
                      <a:moveTo>
                        <a:pt x="4758" y="335280"/>
                      </a:moveTo>
                      <a:lnTo>
                        <a:pt x="0" y="335280"/>
                      </a:lnTo>
                      <a:lnTo>
                        <a:pt x="0" y="330518"/>
                      </a:lnTo>
                      <a:lnTo>
                        <a:pt x="4758" y="330518"/>
                      </a:lnTo>
                      <a:lnTo>
                        <a:pt x="4758" y="33528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19087"/>
                      </a:lnTo>
                      <a:lnTo>
                        <a:pt x="4758" y="319087"/>
                      </a:lnTo>
                      <a:lnTo>
                        <a:pt x="4758" y="32385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01943"/>
                      </a:moveTo>
                      <a:lnTo>
                        <a:pt x="0" y="301943"/>
                      </a:lnTo>
                      <a:lnTo>
                        <a:pt x="0" y="297180"/>
                      </a:lnTo>
                      <a:lnTo>
                        <a:pt x="4758" y="297180"/>
                      </a:lnTo>
                      <a:lnTo>
                        <a:pt x="4758" y="301943"/>
                      </a:lnTo>
                      <a:close/>
                      <a:moveTo>
                        <a:pt x="4758" y="290512"/>
                      </a:moveTo>
                      <a:lnTo>
                        <a:pt x="0" y="290512"/>
                      </a:lnTo>
                      <a:lnTo>
                        <a:pt x="0" y="285750"/>
                      </a:lnTo>
                      <a:lnTo>
                        <a:pt x="4758" y="285750"/>
                      </a:lnTo>
                      <a:lnTo>
                        <a:pt x="4758" y="290512"/>
                      </a:lnTo>
                      <a:close/>
                      <a:moveTo>
                        <a:pt x="4758" y="283845"/>
                      </a:moveTo>
                      <a:lnTo>
                        <a:pt x="0" y="283845"/>
                      </a:lnTo>
                      <a:lnTo>
                        <a:pt x="0" y="279083"/>
                      </a:lnTo>
                      <a:lnTo>
                        <a:pt x="4758" y="279083"/>
                      </a:lnTo>
                      <a:lnTo>
                        <a:pt x="4758" y="283845"/>
                      </a:lnTo>
                      <a:close/>
                      <a:moveTo>
                        <a:pt x="4758" y="268605"/>
                      </a:moveTo>
                      <a:lnTo>
                        <a:pt x="0" y="268605"/>
                      </a:lnTo>
                      <a:lnTo>
                        <a:pt x="0" y="263843"/>
                      </a:lnTo>
                      <a:lnTo>
                        <a:pt x="4758" y="263843"/>
                      </a:lnTo>
                      <a:lnTo>
                        <a:pt x="4758" y="268605"/>
                      </a:lnTo>
                      <a:close/>
                      <a:moveTo>
                        <a:pt x="4758" y="258128"/>
                      </a:moveTo>
                      <a:lnTo>
                        <a:pt x="0" y="258128"/>
                      </a:lnTo>
                      <a:lnTo>
                        <a:pt x="0" y="253365"/>
                      </a:lnTo>
                      <a:lnTo>
                        <a:pt x="4758" y="253365"/>
                      </a:lnTo>
                      <a:lnTo>
                        <a:pt x="4758" y="258128"/>
                      </a:lnTo>
                      <a:close/>
                      <a:moveTo>
                        <a:pt x="4758" y="251460"/>
                      </a:moveTo>
                      <a:lnTo>
                        <a:pt x="0" y="251460"/>
                      </a:lnTo>
                      <a:lnTo>
                        <a:pt x="0" y="246697"/>
                      </a:lnTo>
                      <a:lnTo>
                        <a:pt x="4758" y="246697"/>
                      </a:lnTo>
                      <a:lnTo>
                        <a:pt x="4758" y="251460"/>
                      </a:lnTo>
                      <a:close/>
                      <a:moveTo>
                        <a:pt x="4758" y="236220"/>
                      </a:moveTo>
                      <a:lnTo>
                        <a:pt x="0" y="236220"/>
                      </a:lnTo>
                      <a:lnTo>
                        <a:pt x="0" y="231458"/>
                      </a:lnTo>
                      <a:lnTo>
                        <a:pt x="4758" y="231458"/>
                      </a:lnTo>
                      <a:lnTo>
                        <a:pt x="4758" y="236220"/>
                      </a:lnTo>
                      <a:close/>
                      <a:moveTo>
                        <a:pt x="4758" y="224790"/>
                      </a:moveTo>
                      <a:lnTo>
                        <a:pt x="0" y="224790"/>
                      </a:lnTo>
                      <a:lnTo>
                        <a:pt x="0" y="220028"/>
                      </a:lnTo>
                      <a:lnTo>
                        <a:pt x="4758" y="220028"/>
                      </a:lnTo>
                      <a:lnTo>
                        <a:pt x="4758" y="224790"/>
                      </a:lnTo>
                      <a:close/>
                      <a:moveTo>
                        <a:pt x="4758" y="218122"/>
                      </a:moveTo>
                      <a:lnTo>
                        <a:pt x="0" y="218122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8122"/>
                      </a:lnTo>
                      <a:close/>
                      <a:moveTo>
                        <a:pt x="4758" y="202883"/>
                      </a:moveTo>
                      <a:lnTo>
                        <a:pt x="0" y="202883"/>
                      </a:lnTo>
                      <a:lnTo>
                        <a:pt x="0" y="198120"/>
                      </a:lnTo>
                      <a:lnTo>
                        <a:pt x="4758" y="198120"/>
                      </a:lnTo>
                      <a:lnTo>
                        <a:pt x="4758" y="202883"/>
                      </a:lnTo>
                      <a:close/>
                      <a:moveTo>
                        <a:pt x="4758" y="191453"/>
                      </a:moveTo>
                      <a:lnTo>
                        <a:pt x="0" y="191453"/>
                      </a:lnTo>
                      <a:lnTo>
                        <a:pt x="0" y="186690"/>
                      </a:lnTo>
                      <a:lnTo>
                        <a:pt x="4758" y="186690"/>
                      </a:lnTo>
                      <a:lnTo>
                        <a:pt x="4758" y="19145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022"/>
                      </a:lnTo>
                      <a:lnTo>
                        <a:pt x="4758" y="180022"/>
                      </a:lnTo>
                      <a:lnTo>
                        <a:pt x="4758" y="184785"/>
                      </a:lnTo>
                      <a:close/>
                      <a:moveTo>
                        <a:pt x="4758" y="169545"/>
                      </a:moveTo>
                      <a:lnTo>
                        <a:pt x="0" y="169545"/>
                      </a:lnTo>
                      <a:lnTo>
                        <a:pt x="0" y="164783"/>
                      </a:lnTo>
                      <a:lnTo>
                        <a:pt x="4758" y="164783"/>
                      </a:lnTo>
                      <a:lnTo>
                        <a:pt x="4758" y="169545"/>
                      </a:lnTo>
                      <a:close/>
                      <a:moveTo>
                        <a:pt x="4758" y="159068"/>
                      </a:moveTo>
                      <a:lnTo>
                        <a:pt x="0" y="159068"/>
                      </a:lnTo>
                      <a:lnTo>
                        <a:pt x="0" y="154305"/>
                      </a:lnTo>
                      <a:lnTo>
                        <a:pt x="4758" y="154305"/>
                      </a:lnTo>
                      <a:lnTo>
                        <a:pt x="4758" y="159068"/>
                      </a:lnTo>
                      <a:close/>
                      <a:moveTo>
                        <a:pt x="4758" y="152400"/>
                      </a:moveTo>
                      <a:lnTo>
                        <a:pt x="0" y="152400"/>
                      </a:lnTo>
                      <a:lnTo>
                        <a:pt x="0" y="147637"/>
                      </a:lnTo>
                      <a:lnTo>
                        <a:pt x="4758" y="147637"/>
                      </a:lnTo>
                      <a:lnTo>
                        <a:pt x="4758" y="152400"/>
                      </a:lnTo>
                      <a:close/>
                      <a:moveTo>
                        <a:pt x="4758" y="137160"/>
                      </a:moveTo>
                      <a:lnTo>
                        <a:pt x="0" y="137160"/>
                      </a:lnTo>
                      <a:lnTo>
                        <a:pt x="0" y="132397"/>
                      </a:lnTo>
                      <a:lnTo>
                        <a:pt x="4758" y="132397"/>
                      </a:lnTo>
                      <a:lnTo>
                        <a:pt x="4758" y="137160"/>
                      </a:lnTo>
                      <a:close/>
                      <a:moveTo>
                        <a:pt x="4758" y="125730"/>
                      </a:moveTo>
                      <a:lnTo>
                        <a:pt x="0" y="125730"/>
                      </a:lnTo>
                      <a:lnTo>
                        <a:pt x="0" y="120968"/>
                      </a:lnTo>
                      <a:lnTo>
                        <a:pt x="4758" y="120968"/>
                      </a:lnTo>
                      <a:lnTo>
                        <a:pt x="4758" y="125730"/>
                      </a:lnTo>
                      <a:close/>
                      <a:moveTo>
                        <a:pt x="4758" y="119062"/>
                      </a:moveTo>
                      <a:lnTo>
                        <a:pt x="0" y="119062"/>
                      </a:lnTo>
                      <a:lnTo>
                        <a:pt x="0" y="114300"/>
                      </a:lnTo>
                      <a:lnTo>
                        <a:pt x="4758" y="114300"/>
                      </a:lnTo>
                      <a:lnTo>
                        <a:pt x="4758" y="119062"/>
                      </a:lnTo>
                      <a:close/>
                      <a:moveTo>
                        <a:pt x="4758" y="103822"/>
                      </a:moveTo>
                      <a:lnTo>
                        <a:pt x="0" y="103822"/>
                      </a:lnTo>
                      <a:lnTo>
                        <a:pt x="0" y="99060"/>
                      </a:lnTo>
                      <a:lnTo>
                        <a:pt x="4758" y="99060"/>
                      </a:lnTo>
                      <a:lnTo>
                        <a:pt x="4758" y="103822"/>
                      </a:lnTo>
                      <a:close/>
                      <a:moveTo>
                        <a:pt x="4758" y="92393"/>
                      </a:moveTo>
                      <a:lnTo>
                        <a:pt x="0" y="92393"/>
                      </a:lnTo>
                      <a:lnTo>
                        <a:pt x="0" y="88582"/>
                      </a:lnTo>
                      <a:lnTo>
                        <a:pt x="4758" y="88582"/>
                      </a:lnTo>
                      <a:lnTo>
                        <a:pt x="4758" y="92393"/>
                      </a:lnTo>
                      <a:close/>
                      <a:moveTo>
                        <a:pt x="4758" y="86677"/>
                      </a:moveTo>
                      <a:lnTo>
                        <a:pt x="0" y="86677"/>
                      </a:lnTo>
                      <a:lnTo>
                        <a:pt x="0" y="81915"/>
                      </a:lnTo>
                      <a:lnTo>
                        <a:pt x="4758" y="81915"/>
                      </a:lnTo>
                      <a:lnTo>
                        <a:pt x="4758" y="86677"/>
                      </a:lnTo>
                      <a:close/>
                      <a:moveTo>
                        <a:pt x="4758" y="70485"/>
                      </a:moveTo>
                      <a:lnTo>
                        <a:pt x="0" y="70485"/>
                      </a:lnTo>
                      <a:lnTo>
                        <a:pt x="0" y="65722"/>
                      </a:lnTo>
                      <a:lnTo>
                        <a:pt x="4758" y="65722"/>
                      </a:lnTo>
                      <a:lnTo>
                        <a:pt x="4758" y="70485"/>
                      </a:lnTo>
                      <a:close/>
                      <a:moveTo>
                        <a:pt x="4758" y="60007"/>
                      </a:moveTo>
                      <a:lnTo>
                        <a:pt x="0" y="60007"/>
                      </a:lnTo>
                      <a:lnTo>
                        <a:pt x="0" y="55245"/>
                      </a:lnTo>
                      <a:lnTo>
                        <a:pt x="4758" y="55245"/>
                      </a:lnTo>
                      <a:lnTo>
                        <a:pt x="4758" y="60007"/>
                      </a:lnTo>
                      <a:close/>
                      <a:moveTo>
                        <a:pt x="4758" y="53340"/>
                      </a:moveTo>
                      <a:lnTo>
                        <a:pt x="0" y="53340"/>
                      </a:lnTo>
                      <a:lnTo>
                        <a:pt x="0" y="48577"/>
                      </a:lnTo>
                      <a:lnTo>
                        <a:pt x="4758" y="48577"/>
                      </a:lnTo>
                      <a:lnTo>
                        <a:pt x="4758" y="53340"/>
                      </a:lnTo>
                      <a:close/>
                      <a:moveTo>
                        <a:pt x="4758" y="38100"/>
                      </a:moveTo>
                      <a:lnTo>
                        <a:pt x="0" y="38100"/>
                      </a:lnTo>
                      <a:lnTo>
                        <a:pt x="0" y="33338"/>
                      </a:lnTo>
                      <a:lnTo>
                        <a:pt x="4758" y="33338"/>
                      </a:lnTo>
                      <a:lnTo>
                        <a:pt x="4758" y="38100"/>
                      </a:lnTo>
                      <a:close/>
                      <a:moveTo>
                        <a:pt x="4758" y="26670"/>
                      </a:moveTo>
                      <a:lnTo>
                        <a:pt x="0" y="26670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6670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2" name="Google Shape;912;p34"/>
                <p:cNvSpPr/>
                <p:nvPr/>
              </p:nvSpPr>
              <p:spPr>
                <a:xfrm>
                  <a:off x="8173459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913" name="Google Shape;913;p34"/>
          <p:cNvGrpSpPr/>
          <p:nvPr/>
        </p:nvGrpSpPr>
        <p:grpSpPr>
          <a:xfrm rot="10800000">
            <a:off x="6441869" y="1662630"/>
            <a:ext cx="1987033" cy="2943845"/>
            <a:chOff x="715019" y="1624343"/>
            <a:chExt cx="1987033" cy="2943845"/>
          </a:xfrm>
        </p:grpSpPr>
        <p:grpSp>
          <p:nvGrpSpPr>
            <p:cNvPr id="914" name="Google Shape;914;p34"/>
            <p:cNvGrpSpPr/>
            <p:nvPr/>
          </p:nvGrpSpPr>
          <p:grpSpPr>
            <a:xfrm>
              <a:off x="2678956" y="1624343"/>
              <a:ext cx="23096" cy="1746779"/>
              <a:chOff x="8867214" y="1541145"/>
              <a:chExt cx="8564" cy="647699"/>
            </a:xfrm>
          </p:grpSpPr>
          <p:sp>
            <p:nvSpPr>
              <p:cNvPr id="915" name="Google Shape;915;p34"/>
              <p:cNvSpPr/>
              <p:nvPr/>
            </p:nvSpPr>
            <p:spPr>
              <a:xfrm>
                <a:off x="8867214" y="2184082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3"/>
                    </a:lnTo>
                    <a:lnTo>
                      <a:pt x="0" y="47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34"/>
              <p:cNvSpPr/>
              <p:nvPr/>
            </p:nvSpPr>
            <p:spPr>
              <a:xfrm>
                <a:off x="8867214" y="2133600"/>
                <a:ext cx="8564" cy="35242"/>
              </a:xfrm>
              <a:custGeom>
                <a:rect b="b" l="l" r="r" t="t"/>
                <a:pathLst>
                  <a:path extrusionOk="0" h="35242" w="8564">
                    <a:moveTo>
                      <a:pt x="8565" y="35242"/>
                    </a:moveTo>
                    <a:lnTo>
                      <a:pt x="0" y="35242"/>
                    </a:lnTo>
                    <a:lnTo>
                      <a:pt x="0" y="18098"/>
                    </a:lnTo>
                    <a:lnTo>
                      <a:pt x="8565" y="18098"/>
                    </a:lnTo>
                    <a:lnTo>
                      <a:pt x="8565" y="35242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34"/>
              <p:cNvSpPr/>
              <p:nvPr/>
            </p:nvSpPr>
            <p:spPr>
              <a:xfrm>
                <a:off x="8867214" y="1579244"/>
                <a:ext cx="8564" cy="521969"/>
              </a:xfrm>
              <a:custGeom>
                <a:rect b="b" l="l" r="r" t="t"/>
                <a:pathLst>
                  <a:path extrusionOk="0" h="521969" w="8564">
                    <a:moveTo>
                      <a:pt x="8565" y="521970"/>
                    </a:moveTo>
                    <a:lnTo>
                      <a:pt x="0" y="521970"/>
                    </a:lnTo>
                    <a:lnTo>
                      <a:pt x="0" y="513397"/>
                    </a:lnTo>
                    <a:lnTo>
                      <a:pt x="8565" y="513397"/>
                    </a:lnTo>
                    <a:lnTo>
                      <a:pt x="8565" y="521970"/>
                    </a:lnTo>
                    <a:close/>
                    <a:moveTo>
                      <a:pt x="8565" y="497205"/>
                    </a:moveTo>
                    <a:lnTo>
                      <a:pt x="0" y="497205"/>
                    </a:lnTo>
                    <a:lnTo>
                      <a:pt x="0" y="480060"/>
                    </a:lnTo>
                    <a:lnTo>
                      <a:pt x="8565" y="480060"/>
                    </a:lnTo>
                    <a:lnTo>
                      <a:pt x="8565" y="497205"/>
                    </a:lnTo>
                    <a:close/>
                    <a:moveTo>
                      <a:pt x="8565" y="470535"/>
                    </a:moveTo>
                    <a:lnTo>
                      <a:pt x="0" y="470535"/>
                    </a:lnTo>
                    <a:lnTo>
                      <a:pt x="0" y="461963"/>
                    </a:lnTo>
                    <a:lnTo>
                      <a:pt x="8565" y="461963"/>
                    </a:lnTo>
                    <a:lnTo>
                      <a:pt x="8565" y="470535"/>
                    </a:lnTo>
                    <a:close/>
                    <a:moveTo>
                      <a:pt x="8565" y="428625"/>
                    </a:moveTo>
                    <a:lnTo>
                      <a:pt x="0" y="428625"/>
                    </a:lnTo>
                    <a:lnTo>
                      <a:pt x="0" y="420053"/>
                    </a:lnTo>
                    <a:lnTo>
                      <a:pt x="8565" y="420053"/>
                    </a:lnTo>
                    <a:lnTo>
                      <a:pt x="8565" y="428625"/>
                    </a:lnTo>
                    <a:close/>
                    <a:moveTo>
                      <a:pt x="8565" y="404813"/>
                    </a:moveTo>
                    <a:lnTo>
                      <a:pt x="0" y="404813"/>
                    </a:lnTo>
                    <a:lnTo>
                      <a:pt x="0" y="387668"/>
                    </a:lnTo>
                    <a:lnTo>
                      <a:pt x="8565" y="387668"/>
                    </a:lnTo>
                    <a:lnTo>
                      <a:pt x="8565" y="404813"/>
                    </a:lnTo>
                    <a:close/>
                    <a:moveTo>
                      <a:pt x="8565" y="378143"/>
                    </a:moveTo>
                    <a:lnTo>
                      <a:pt x="0" y="378143"/>
                    </a:lnTo>
                    <a:lnTo>
                      <a:pt x="0" y="369570"/>
                    </a:lnTo>
                    <a:lnTo>
                      <a:pt x="8565" y="369570"/>
                    </a:lnTo>
                    <a:lnTo>
                      <a:pt x="8565" y="378143"/>
                    </a:lnTo>
                    <a:close/>
                    <a:moveTo>
                      <a:pt x="8565" y="336233"/>
                    </a:moveTo>
                    <a:lnTo>
                      <a:pt x="0" y="336233"/>
                    </a:lnTo>
                    <a:lnTo>
                      <a:pt x="0" y="327660"/>
                    </a:lnTo>
                    <a:lnTo>
                      <a:pt x="8565" y="327660"/>
                    </a:lnTo>
                    <a:lnTo>
                      <a:pt x="8565" y="336233"/>
                    </a:lnTo>
                    <a:close/>
                    <a:moveTo>
                      <a:pt x="8565" y="312420"/>
                    </a:moveTo>
                    <a:lnTo>
                      <a:pt x="0" y="312420"/>
                    </a:lnTo>
                    <a:lnTo>
                      <a:pt x="0" y="295275"/>
                    </a:lnTo>
                    <a:lnTo>
                      <a:pt x="8565" y="295275"/>
                    </a:lnTo>
                    <a:lnTo>
                      <a:pt x="8565" y="312420"/>
                    </a:lnTo>
                    <a:close/>
                    <a:moveTo>
                      <a:pt x="8565" y="285750"/>
                    </a:moveTo>
                    <a:lnTo>
                      <a:pt x="0" y="285750"/>
                    </a:lnTo>
                    <a:lnTo>
                      <a:pt x="0" y="277178"/>
                    </a:lnTo>
                    <a:lnTo>
                      <a:pt x="8565" y="277178"/>
                    </a:lnTo>
                    <a:lnTo>
                      <a:pt x="8565" y="285750"/>
                    </a:lnTo>
                    <a:close/>
                    <a:moveTo>
                      <a:pt x="8565" y="243840"/>
                    </a:moveTo>
                    <a:lnTo>
                      <a:pt x="0" y="243840"/>
                    </a:lnTo>
                    <a:lnTo>
                      <a:pt x="0" y="235268"/>
                    </a:lnTo>
                    <a:lnTo>
                      <a:pt x="8565" y="235268"/>
                    </a:lnTo>
                    <a:lnTo>
                      <a:pt x="8565" y="243840"/>
                    </a:lnTo>
                    <a:close/>
                    <a:moveTo>
                      <a:pt x="8565" y="220028"/>
                    </a:moveTo>
                    <a:lnTo>
                      <a:pt x="0" y="220028"/>
                    </a:lnTo>
                    <a:lnTo>
                      <a:pt x="0" y="201930"/>
                    </a:lnTo>
                    <a:lnTo>
                      <a:pt x="8565" y="201930"/>
                    </a:lnTo>
                    <a:lnTo>
                      <a:pt x="8565" y="220028"/>
                    </a:lnTo>
                    <a:close/>
                    <a:moveTo>
                      <a:pt x="8565" y="193358"/>
                    </a:moveTo>
                    <a:lnTo>
                      <a:pt x="0" y="193358"/>
                    </a:lnTo>
                    <a:lnTo>
                      <a:pt x="0" y="184785"/>
                    </a:lnTo>
                    <a:lnTo>
                      <a:pt x="8565" y="184785"/>
                    </a:lnTo>
                    <a:lnTo>
                      <a:pt x="8565" y="193358"/>
                    </a:lnTo>
                    <a:close/>
                    <a:moveTo>
                      <a:pt x="8565" y="151447"/>
                    </a:moveTo>
                    <a:lnTo>
                      <a:pt x="0" y="151447"/>
                    </a:lnTo>
                    <a:lnTo>
                      <a:pt x="0" y="142875"/>
                    </a:lnTo>
                    <a:lnTo>
                      <a:pt x="8565" y="142875"/>
                    </a:lnTo>
                    <a:lnTo>
                      <a:pt x="8565" y="151447"/>
                    </a:lnTo>
                    <a:close/>
                    <a:moveTo>
                      <a:pt x="8565" y="127635"/>
                    </a:moveTo>
                    <a:lnTo>
                      <a:pt x="0" y="127635"/>
                    </a:lnTo>
                    <a:lnTo>
                      <a:pt x="0" y="109538"/>
                    </a:lnTo>
                    <a:lnTo>
                      <a:pt x="8565" y="109538"/>
                    </a:lnTo>
                    <a:lnTo>
                      <a:pt x="8565" y="127635"/>
                    </a:lnTo>
                    <a:close/>
                    <a:moveTo>
                      <a:pt x="8565" y="100965"/>
                    </a:moveTo>
                    <a:lnTo>
                      <a:pt x="0" y="100965"/>
                    </a:lnTo>
                    <a:lnTo>
                      <a:pt x="0" y="92393"/>
                    </a:lnTo>
                    <a:lnTo>
                      <a:pt x="8565" y="92393"/>
                    </a:lnTo>
                    <a:lnTo>
                      <a:pt x="8565" y="100965"/>
                    </a:lnTo>
                    <a:close/>
                    <a:moveTo>
                      <a:pt x="8565" y="59055"/>
                    </a:moveTo>
                    <a:lnTo>
                      <a:pt x="0" y="59055"/>
                    </a:lnTo>
                    <a:lnTo>
                      <a:pt x="0" y="50482"/>
                    </a:lnTo>
                    <a:lnTo>
                      <a:pt x="8565" y="50482"/>
                    </a:lnTo>
                    <a:lnTo>
                      <a:pt x="8565" y="59055"/>
                    </a:lnTo>
                    <a:close/>
                    <a:moveTo>
                      <a:pt x="8565" y="34290"/>
                    </a:moveTo>
                    <a:lnTo>
                      <a:pt x="0" y="34290"/>
                    </a:lnTo>
                    <a:lnTo>
                      <a:pt x="0" y="17145"/>
                    </a:lnTo>
                    <a:lnTo>
                      <a:pt x="8565" y="17145"/>
                    </a:lnTo>
                    <a:lnTo>
                      <a:pt x="8565" y="34290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34"/>
              <p:cNvSpPr/>
              <p:nvPr/>
            </p:nvSpPr>
            <p:spPr>
              <a:xfrm>
                <a:off x="8867214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9" name="Google Shape;919;p34"/>
            <p:cNvGrpSpPr/>
            <p:nvPr/>
          </p:nvGrpSpPr>
          <p:grpSpPr>
            <a:xfrm>
              <a:off x="715019" y="1624349"/>
              <a:ext cx="1249892" cy="2943839"/>
              <a:chOff x="9327548" y="952845"/>
              <a:chExt cx="463455" cy="1091564"/>
            </a:xfrm>
          </p:grpSpPr>
          <p:grpSp>
            <p:nvGrpSpPr>
              <p:cNvPr id="920" name="Google Shape;920;p34"/>
              <p:cNvGrpSpPr/>
              <p:nvPr/>
            </p:nvGrpSpPr>
            <p:grpSpPr>
              <a:xfrm>
                <a:off x="9645401" y="952845"/>
                <a:ext cx="4758" cy="452437"/>
                <a:chOff x="8384726" y="1541145"/>
                <a:chExt cx="4758" cy="452437"/>
              </a:xfrm>
            </p:grpSpPr>
            <p:sp>
              <p:nvSpPr>
                <p:cNvPr id="921" name="Google Shape;921;p34"/>
                <p:cNvSpPr/>
                <p:nvPr/>
              </p:nvSpPr>
              <p:spPr>
                <a:xfrm>
                  <a:off x="8384726" y="1991677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34"/>
                <p:cNvSpPr/>
                <p:nvPr/>
              </p:nvSpPr>
              <p:spPr>
                <a:xfrm>
                  <a:off x="8384726" y="1969770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34"/>
                <p:cNvSpPr/>
                <p:nvPr/>
              </p:nvSpPr>
              <p:spPr>
                <a:xfrm>
                  <a:off x="8384726" y="1549717"/>
                  <a:ext cx="4758" cy="414337"/>
                </a:xfrm>
                <a:custGeom>
                  <a:rect b="b" l="l" r="r" t="t"/>
                  <a:pathLst>
                    <a:path extrusionOk="0" h="414337" w="4758">
                      <a:moveTo>
                        <a:pt x="4758" y="414337"/>
                      </a:moveTo>
                      <a:lnTo>
                        <a:pt x="0" y="414337"/>
                      </a:lnTo>
                      <a:lnTo>
                        <a:pt x="0" y="409575"/>
                      </a:lnTo>
                      <a:lnTo>
                        <a:pt x="4758" y="409575"/>
                      </a:lnTo>
                      <a:lnTo>
                        <a:pt x="4758" y="414337"/>
                      </a:lnTo>
                      <a:close/>
                      <a:moveTo>
                        <a:pt x="4758" y="407670"/>
                      </a:moveTo>
                      <a:lnTo>
                        <a:pt x="0" y="407670"/>
                      </a:lnTo>
                      <a:lnTo>
                        <a:pt x="0" y="402908"/>
                      </a:lnTo>
                      <a:lnTo>
                        <a:pt x="4758" y="402908"/>
                      </a:lnTo>
                      <a:lnTo>
                        <a:pt x="4758" y="407670"/>
                      </a:lnTo>
                      <a:close/>
                      <a:moveTo>
                        <a:pt x="4758" y="392430"/>
                      </a:moveTo>
                      <a:lnTo>
                        <a:pt x="0" y="392430"/>
                      </a:lnTo>
                      <a:lnTo>
                        <a:pt x="0" y="387668"/>
                      </a:lnTo>
                      <a:lnTo>
                        <a:pt x="4758" y="387668"/>
                      </a:lnTo>
                      <a:lnTo>
                        <a:pt x="4758" y="392430"/>
                      </a:lnTo>
                      <a:close/>
                      <a:moveTo>
                        <a:pt x="4758" y="381953"/>
                      </a:moveTo>
                      <a:lnTo>
                        <a:pt x="0" y="381953"/>
                      </a:lnTo>
                      <a:lnTo>
                        <a:pt x="0" y="377190"/>
                      </a:lnTo>
                      <a:lnTo>
                        <a:pt x="4758" y="377190"/>
                      </a:lnTo>
                      <a:lnTo>
                        <a:pt x="4758" y="381953"/>
                      </a:lnTo>
                      <a:close/>
                      <a:moveTo>
                        <a:pt x="4758" y="375285"/>
                      </a:moveTo>
                      <a:lnTo>
                        <a:pt x="0" y="375285"/>
                      </a:lnTo>
                      <a:lnTo>
                        <a:pt x="0" y="370522"/>
                      </a:lnTo>
                      <a:lnTo>
                        <a:pt x="4758" y="370522"/>
                      </a:lnTo>
                      <a:lnTo>
                        <a:pt x="4758" y="375285"/>
                      </a:lnTo>
                      <a:close/>
                      <a:moveTo>
                        <a:pt x="4758" y="360045"/>
                      </a:moveTo>
                      <a:lnTo>
                        <a:pt x="0" y="360045"/>
                      </a:lnTo>
                      <a:lnTo>
                        <a:pt x="0" y="355283"/>
                      </a:lnTo>
                      <a:lnTo>
                        <a:pt x="4758" y="355283"/>
                      </a:lnTo>
                      <a:lnTo>
                        <a:pt x="4758" y="360045"/>
                      </a:lnTo>
                      <a:close/>
                      <a:moveTo>
                        <a:pt x="4758" y="349568"/>
                      </a:moveTo>
                      <a:lnTo>
                        <a:pt x="0" y="349568"/>
                      </a:lnTo>
                      <a:lnTo>
                        <a:pt x="0" y="344805"/>
                      </a:lnTo>
                      <a:lnTo>
                        <a:pt x="4758" y="344805"/>
                      </a:lnTo>
                      <a:lnTo>
                        <a:pt x="4758" y="349568"/>
                      </a:lnTo>
                      <a:close/>
                      <a:moveTo>
                        <a:pt x="4758" y="342900"/>
                      </a:moveTo>
                      <a:lnTo>
                        <a:pt x="0" y="342900"/>
                      </a:lnTo>
                      <a:lnTo>
                        <a:pt x="0" y="338137"/>
                      </a:lnTo>
                      <a:lnTo>
                        <a:pt x="4758" y="338137"/>
                      </a:lnTo>
                      <a:lnTo>
                        <a:pt x="4758" y="342900"/>
                      </a:lnTo>
                      <a:close/>
                      <a:moveTo>
                        <a:pt x="4758" y="327660"/>
                      </a:moveTo>
                      <a:lnTo>
                        <a:pt x="0" y="327660"/>
                      </a:lnTo>
                      <a:lnTo>
                        <a:pt x="0" y="322897"/>
                      </a:lnTo>
                      <a:lnTo>
                        <a:pt x="4758" y="322897"/>
                      </a:lnTo>
                      <a:lnTo>
                        <a:pt x="4758" y="32766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10515"/>
                      </a:moveTo>
                      <a:lnTo>
                        <a:pt x="0" y="310515"/>
                      </a:lnTo>
                      <a:lnTo>
                        <a:pt x="0" y="305753"/>
                      </a:lnTo>
                      <a:lnTo>
                        <a:pt x="4758" y="305753"/>
                      </a:lnTo>
                      <a:lnTo>
                        <a:pt x="4758" y="310515"/>
                      </a:lnTo>
                      <a:close/>
                      <a:moveTo>
                        <a:pt x="4758" y="295275"/>
                      </a:moveTo>
                      <a:lnTo>
                        <a:pt x="0" y="295275"/>
                      </a:lnTo>
                      <a:lnTo>
                        <a:pt x="0" y="290512"/>
                      </a:lnTo>
                      <a:lnTo>
                        <a:pt x="4758" y="290512"/>
                      </a:lnTo>
                      <a:lnTo>
                        <a:pt x="4758" y="295275"/>
                      </a:lnTo>
                      <a:close/>
                      <a:moveTo>
                        <a:pt x="4758" y="284797"/>
                      </a:moveTo>
                      <a:lnTo>
                        <a:pt x="0" y="284797"/>
                      </a:lnTo>
                      <a:lnTo>
                        <a:pt x="0" y="280035"/>
                      </a:lnTo>
                      <a:lnTo>
                        <a:pt x="4758" y="280035"/>
                      </a:lnTo>
                      <a:lnTo>
                        <a:pt x="4758" y="284797"/>
                      </a:lnTo>
                      <a:close/>
                      <a:moveTo>
                        <a:pt x="4758" y="278130"/>
                      </a:moveTo>
                      <a:lnTo>
                        <a:pt x="0" y="278130"/>
                      </a:lnTo>
                      <a:lnTo>
                        <a:pt x="0" y="273368"/>
                      </a:lnTo>
                      <a:lnTo>
                        <a:pt x="4758" y="273368"/>
                      </a:lnTo>
                      <a:lnTo>
                        <a:pt x="4758" y="278130"/>
                      </a:lnTo>
                      <a:close/>
                      <a:moveTo>
                        <a:pt x="4758" y="262890"/>
                      </a:moveTo>
                      <a:lnTo>
                        <a:pt x="0" y="262890"/>
                      </a:lnTo>
                      <a:lnTo>
                        <a:pt x="0" y="258128"/>
                      </a:lnTo>
                      <a:lnTo>
                        <a:pt x="4758" y="258128"/>
                      </a:lnTo>
                      <a:lnTo>
                        <a:pt x="4758" y="262890"/>
                      </a:lnTo>
                      <a:close/>
                      <a:moveTo>
                        <a:pt x="4758" y="252412"/>
                      </a:moveTo>
                      <a:lnTo>
                        <a:pt x="0" y="252412"/>
                      </a:lnTo>
                      <a:lnTo>
                        <a:pt x="0" y="247650"/>
                      </a:lnTo>
                      <a:lnTo>
                        <a:pt x="4758" y="247650"/>
                      </a:lnTo>
                      <a:lnTo>
                        <a:pt x="4758" y="252412"/>
                      </a:lnTo>
                      <a:close/>
                      <a:moveTo>
                        <a:pt x="4758" y="245745"/>
                      </a:moveTo>
                      <a:lnTo>
                        <a:pt x="0" y="245745"/>
                      </a:lnTo>
                      <a:lnTo>
                        <a:pt x="0" y="240983"/>
                      </a:lnTo>
                      <a:lnTo>
                        <a:pt x="4758" y="240983"/>
                      </a:lnTo>
                      <a:lnTo>
                        <a:pt x="4758" y="245745"/>
                      </a:lnTo>
                      <a:close/>
                      <a:moveTo>
                        <a:pt x="4758" y="230505"/>
                      </a:moveTo>
                      <a:lnTo>
                        <a:pt x="0" y="230505"/>
                      </a:lnTo>
                      <a:lnTo>
                        <a:pt x="0" y="225743"/>
                      </a:lnTo>
                      <a:lnTo>
                        <a:pt x="4758" y="225743"/>
                      </a:lnTo>
                      <a:lnTo>
                        <a:pt x="4758" y="230505"/>
                      </a:lnTo>
                      <a:close/>
                      <a:moveTo>
                        <a:pt x="4758" y="220028"/>
                      </a:moveTo>
                      <a:lnTo>
                        <a:pt x="0" y="220028"/>
                      </a:lnTo>
                      <a:lnTo>
                        <a:pt x="0" y="215265"/>
                      </a:lnTo>
                      <a:lnTo>
                        <a:pt x="4758" y="215265"/>
                      </a:lnTo>
                      <a:lnTo>
                        <a:pt x="4758" y="220028"/>
                      </a:lnTo>
                      <a:close/>
                      <a:moveTo>
                        <a:pt x="4758" y="213360"/>
                      </a:moveTo>
                      <a:lnTo>
                        <a:pt x="0" y="213360"/>
                      </a:lnTo>
                      <a:lnTo>
                        <a:pt x="0" y="208597"/>
                      </a:lnTo>
                      <a:lnTo>
                        <a:pt x="4758" y="208597"/>
                      </a:lnTo>
                      <a:lnTo>
                        <a:pt x="4758" y="213360"/>
                      </a:lnTo>
                      <a:close/>
                      <a:moveTo>
                        <a:pt x="4758" y="198120"/>
                      </a:moveTo>
                      <a:lnTo>
                        <a:pt x="0" y="198120"/>
                      </a:lnTo>
                      <a:lnTo>
                        <a:pt x="0" y="193358"/>
                      </a:lnTo>
                      <a:lnTo>
                        <a:pt x="4758" y="193358"/>
                      </a:lnTo>
                      <a:lnTo>
                        <a:pt x="4758" y="198120"/>
                      </a:lnTo>
                      <a:close/>
                      <a:moveTo>
                        <a:pt x="4758" y="187643"/>
                      </a:moveTo>
                      <a:lnTo>
                        <a:pt x="0" y="187643"/>
                      </a:lnTo>
                      <a:lnTo>
                        <a:pt x="0" y="183833"/>
                      </a:lnTo>
                      <a:lnTo>
                        <a:pt x="4758" y="183833"/>
                      </a:lnTo>
                      <a:lnTo>
                        <a:pt x="4758" y="187643"/>
                      </a:lnTo>
                      <a:close/>
                      <a:moveTo>
                        <a:pt x="4758" y="180975"/>
                      </a:moveTo>
                      <a:lnTo>
                        <a:pt x="0" y="180975"/>
                      </a:lnTo>
                      <a:lnTo>
                        <a:pt x="0" y="176212"/>
                      </a:lnTo>
                      <a:lnTo>
                        <a:pt x="4758" y="176212"/>
                      </a:lnTo>
                      <a:lnTo>
                        <a:pt x="4758" y="180975"/>
                      </a:lnTo>
                      <a:close/>
                      <a:moveTo>
                        <a:pt x="4758" y="165735"/>
                      </a:moveTo>
                      <a:lnTo>
                        <a:pt x="0" y="165735"/>
                      </a:lnTo>
                      <a:lnTo>
                        <a:pt x="0" y="160972"/>
                      </a:lnTo>
                      <a:lnTo>
                        <a:pt x="4758" y="160972"/>
                      </a:lnTo>
                      <a:lnTo>
                        <a:pt x="4758" y="165735"/>
                      </a:lnTo>
                      <a:close/>
                      <a:moveTo>
                        <a:pt x="4758" y="155258"/>
                      </a:moveTo>
                      <a:lnTo>
                        <a:pt x="0" y="155258"/>
                      </a:lnTo>
                      <a:lnTo>
                        <a:pt x="0" y="150495"/>
                      </a:lnTo>
                      <a:lnTo>
                        <a:pt x="4758" y="150495"/>
                      </a:lnTo>
                      <a:lnTo>
                        <a:pt x="4758" y="155258"/>
                      </a:lnTo>
                      <a:close/>
                      <a:moveTo>
                        <a:pt x="4758" y="148590"/>
                      </a:moveTo>
                      <a:lnTo>
                        <a:pt x="0" y="148590"/>
                      </a:lnTo>
                      <a:lnTo>
                        <a:pt x="0" y="143828"/>
                      </a:lnTo>
                      <a:lnTo>
                        <a:pt x="4758" y="143828"/>
                      </a:lnTo>
                      <a:lnTo>
                        <a:pt x="4758" y="148590"/>
                      </a:lnTo>
                      <a:close/>
                      <a:moveTo>
                        <a:pt x="4758" y="134303"/>
                      </a:moveTo>
                      <a:lnTo>
                        <a:pt x="0" y="134303"/>
                      </a:lnTo>
                      <a:lnTo>
                        <a:pt x="0" y="129540"/>
                      </a:lnTo>
                      <a:lnTo>
                        <a:pt x="4758" y="129540"/>
                      </a:lnTo>
                      <a:lnTo>
                        <a:pt x="4758" y="134303"/>
                      </a:lnTo>
                      <a:close/>
                      <a:moveTo>
                        <a:pt x="4758" y="122872"/>
                      </a:moveTo>
                      <a:lnTo>
                        <a:pt x="0" y="122872"/>
                      </a:lnTo>
                      <a:lnTo>
                        <a:pt x="0" y="118110"/>
                      </a:lnTo>
                      <a:lnTo>
                        <a:pt x="4758" y="118110"/>
                      </a:lnTo>
                      <a:lnTo>
                        <a:pt x="4758" y="122872"/>
                      </a:lnTo>
                      <a:close/>
                      <a:moveTo>
                        <a:pt x="4758" y="116205"/>
                      </a:moveTo>
                      <a:lnTo>
                        <a:pt x="0" y="116205"/>
                      </a:lnTo>
                      <a:lnTo>
                        <a:pt x="0" y="111443"/>
                      </a:lnTo>
                      <a:lnTo>
                        <a:pt x="4758" y="111443"/>
                      </a:lnTo>
                      <a:lnTo>
                        <a:pt x="4758" y="116205"/>
                      </a:lnTo>
                      <a:close/>
                      <a:moveTo>
                        <a:pt x="4758" y="101918"/>
                      </a:moveTo>
                      <a:lnTo>
                        <a:pt x="0" y="101918"/>
                      </a:lnTo>
                      <a:lnTo>
                        <a:pt x="0" y="97155"/>
                      </a:lnTo>
                      <a:lnTo>
                        <a:pt x="4758" y="97155"/>
                      </a:lnTo>
                      <a:lnTo>
                        <a:pt x="4758" y="101918"/>
                      </a:lnTo>
                      <a:close/>
                      <a:moveTo>
                        <a:pt x="4758" y="90488"/>
                      </a:moveTo>
                      <a:lnTo>
                        <a:pt x="0" y="90488"/>
                      </a:lnTo>
                      <a:lnTo>
                        <a:pt x="0" y="85725"/>
                      </a:lnTo>
                      <a:lnTo>
                        <a:pt x="4758" y="85725"/>
                      </a:lnTo>
                      <a:lnTo>
                        <a:pt x="4758" y="90488"/>
                      </a:lnTo>
                      <a:close/>
                      <a:moveTo>
                        <a:pt x="4758" y="84772"/>
                      </a:moveTo>
                      <a:lnTo>
                        <a:pt x="0" y="84772"/>
                      </a:lnTo>
                      <a:lnTo>
                        <a:pt x="0" y="80010"/>
                      </a:lnTo>
                      <a:lnTo>
                        <a:pt x="4758" y="80010"/>
                      </a:lnTo>
                      <a:lnTo>
                        <a:pt x="4758" y="84772"/>
                      </a:lnTo>
                      <a:close/>
                      <a:moveTo>
                        <a:pt x="4758" y="69532"/>
                      </a:moveTo>
                      <a:lnTo>
                        <a:pt x="0" y="69532"/>
                      </a:lnTo>
                      <a:lnTo>
                        <a:pt x="0" y="64770"/>
                      </a:lnTo>
                      <a:lnTo>
                        <a:pt x="4758" y="64770"/>
                      </a:lnTo>
                      <a:lnTo>
                        <a:pt x="4758" y="69532"/>
                      </a:lnTo>
                      <a:close/>
                      <a:moveTo>
                        <a:pt x="4758" y="58102"/>
                      </a:moveTo>
                      <a:lnTo>
                        <a:pt x="0" y="58102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8102"/>
                      </a:lnTo>
                      <a:close/>
                      <a:moveTo>
                        <a:pt x="4758" y="52388"/>
                      </a:moveTo>
                      <a:lnTo>
                        <a:pt x="0" y="52388"/>
                      </a:lnTo>
                      <a:lnTo>
                        <a:pt x="0" y="47625"/>
                      </a:lnTo>
                      <a:lnTo>
                        <a:pt x="4758" y="47625"/>
                      </a:lnTo>
                      <a:lnTo>
                        <a:pt x="4758" y="52388"/>
                      </a:lnTo>
                      <a:close/>
                      <a:moveTo>
                        <a:pt x="4758" y="37147"/>
                      </a:moveTo>
                      <a:lnTo>
                        <a:pt x="0" y="37147"/>
                      </a:lnTo>
                      <a:lnTo>
                        <a:pt x="0" y="32385"/>
                      </a:lnTo>
                      <a:lnTo>
                        <a:pt x="4758" y="32385"/>
                      </a:lnTo>
                      <a:lnTo>
                        <a:pt x="4758" y="37147"/>
                      </a:lnTo>
                      <a:close/>
                      <a:moveTo>
                        <a:pt x="4758" y="25718"/>
                      </a:moveTo>
                      <a:lnTo>
                        <a:pt x="0" y="25718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5718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34"/>
                <p:cNvSpPr/>
                <p:nvPr/>
              </p:nvSpPr>
              <p:spPr>
                <a:xfrm>
                  <a:off x="8384726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5" name="Google Shape;925;p34"/>
              <p:cNvGrpSpPr/>
              <p:nvPr/>
            </p:nvGrpSpPr>
            <p:grpSpPr>
              <a:xfrm>
                <a:off x="9708210" y="952845"/>
                <a:ext cx="8565" cy="1091564"/>
                <a:chOff x="8447535" y="1541145"/>
                <a:chExt cx="8565" cy="1091564"/>
              </a:xfrm>
            </p:grpSpPr>
            <p:sp>
              <p:nvSpPr>
                <p:cNvPr id="926" name="Google Shape;926;p34"/>
                <p:cNvSpPr/>
                <p:nvPr/>
              </p:nvSpPr>
              <p:spPr>
                <a:xfrm>
                  <a:off x="8447535" y="262794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34"/>
                <p:cNvSpPr/>
                <p:nvPr/>
              </p:nvSpPr>
              <p:spPr>
                <a:xfrm>
                  <a:off x="8447535" y="2578417"/>
                  <a:ext cx="8565" cy="34290"/>
                </a:xfrm>
                <a:custGeom>
                  <a:rect b="b" l="l" r="r" t="t"/>
                  <a:pathLst>
                    <a:path extrusionOk="0" h="34290" w="8565"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3"/>
                      </a:moveTo>
                      <a:lnTo>
                        <a:pt x="0" y="8573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34"/>
                <p:cNvSpPr/>
                <p:nvPr/>
              </p:nvSpPr>
              <p:spPr>
                <a:xfrm>
                  <a:off x="8447535" y="1578292"/>
                  <a:ext cx="8565" cy="967740"/>
                </a:xfrm>
                <a:custGeom>
                  <a:rect b="b" l="l" r="r" t="t"/>
                  <a:pathLst>
                    <a:path extrusionOk="0" h="967740" w="8565">
                      <a:moveTo>
                        <a:pt x="8565" y="967740"/>
                      </a:moveTo>
                      <a:lnTo>
                        <a:pt x="0" y="967740"/>
                      </a:lnTo>
                      <a:lnTo>
                        <a:pt x="0" y="959167"/>
                      </a:lnTo>
                      <a:lnTo>
                        <a:pt x="8565" y="959167"/>
                      </a:lnTo>
                      <a:lnTo>
                        <a:pt x="8565" y="967740"/>
                      </a:lnTo>
                      <a:close/>
                      <a:moveTo>
                        <a:pt x="8565" y="943928"/>
                      </a:moveTo>
                      <a:lnTo>
                        <a:pt x="0" y="943928"/>
                      </a:lnTo>
                      <a:lnTo>
                        <a:pt x="0" y="926783"/>
                      </a:lnTo>
                      <a:lnTo>
                        <a:pt x="8565" y="926783"/>
                      </a:lnTo>
                      <a:lnTo>
                        <a:pt x="8565" y="943928"/>
                      </a:lnTo>
                      <a:close/>
                      <a:moveTo>
                        <a:pt x="8565" y="918210"/>
                      </a:moveTo>
                      <a:lnTo>
                        <a:pt x="0" y="918210"/>
                      </a:lnTo>
                      <a:lnTo>
                        <a:pt x="0" y="909637"/>
                      </a:lnTo>
                      <a:lnTo>
                        <a:pt x="8565" y="909637"/>
                      </a:lnTo>
                      <a:lnTo>
                        <a:pt x="8565" y="918210"/>
                      </a:lnTo>
                      <a:close/>
                      <a:moveTo>
                        <a:pt x="8565" y="876300"/>
                      </a:moveTo>
                      <a:lnTo>
                        <a:pt x="0" y="876300"/>
                      </a:lnTo>
                      <a:lnTo>
                        <a:pt x="0" y="867728"/>
                      </a:lnTo>
                      <a:lnTo>
                        <a:pt x="8565" y="867728"/>
                      </a:lnTo>
                      <a:lnTo>
                        <a:pt x="8565" y="876300"/>
                      </a:lnTo>
                      <a:close/>
                      <a:moveTo>
                        <a:pt x="8565" y="852487"/>
                      </a:moveTo>
                      <a:lnTo>
                        <a:pt x="0" y="852487"/>
                      </a:lnTo>
                      <a:lnTo>
                        <a:pt x="0" y="835342"/>
                      </a:lnTo>
                      <a:lnTo>
                        <a:pt x="8565" y="835342"/>
                      </a:lnTo>
                      <a:lnTo>
                        <a:pt x="8565" y="852487"/>
                      </a:lnTo>
                      <a:close/>
                      <a:moveTo>
                        <a:pt x="8565" y="826770"/>
                      </a:moveTo>
                      <a:lnTo>
                        <a:pt x="0" y="826770"/>
                      </a:lnTo>
                      <a:lnTo>
                        <a:pt x="0" y="818198"/>
                      </a:lnTo>
                      <a:lnTo>
                        <a:pt x="8565" y="818198"/>
                      </a:lnTo>
                      <a:lnTo>
                        <a:pt x="8565" y="826770"/>
                      </a:lnTo>
                      <a:close/>
                      <a:moveTo>
                        <a:pt x="8565" y="785812"/>
                      </a:moveTo>
                      <a:lnTo>
                        <a:pt x="0" y="785812"/>
                      </a:lnTo>
                      <a:lnTo>
                        <a:pt x="0" y="777240"/>
                      </a:lnTo>
                      <a:lnTo>
                        <a:pt x="8565" y="777240"/>
                      </a:lnTo>
                      <a:lnTo>
                        <a:pt x="8565" y="785812"/>
                      </a:lnTo>
                      <a:close/>
                      <a:moveTo>
                        <a:pt x="8565" y="762000"/>
                      </a:moveTo>
                      <a:lnTo>
                        <a:pt x="0" y="762000"/>
                      </a:lnTo>
                      <a:lnTo>
                        <a:pt x="0" y="744855"/>
                      </a:lnTo>
                      <a:lnTo>
                        <a:pt x="8565" y="744855"/>
                      </a:lnTo>
                      <a:lnTo>
                        <a:pt x="8565" y="762000"/>
                      </a:lnTo>
                      <a:close/>
                      <a:moveTo>
                        <a:pt x="8565" y="736283"/>
                      </a:moveTo>
                      <a:lnTo>
                        <a:pt x="0" y="736283"/>
                      </a:lnTo>
                      <a:lnTo>
                        <a:pt x="0" y="727710"/>
                      </a:lnTo>
                      <a:lnTo>
                        <a:pt x="8565" y="727710"/>
                      </a:lnTo>
                      <a:lnTo>
                        <a:pt x="8565" y="736283"/>
                      </a:lnTo>
                      <a:close/>
                      <a:moveTo>
                        <a:pt x="8565" y="695325"/>
                      </a:moveTo>
                      <a:lnTo>
                        <a:pt x="0" y="695325"/>
                      </a:lnTo>
                      <a:lnTo>
                        <a:pt x="0" y="686753"/>
                      </a:lnTo>
                      <a:lnTo>
                        <a:pt x="8565" y="686753"/>
                      </a:lnTo>
                      <a:lnTo>
                        <a:pt x="8565" y="695325"/>
                      </a:lnTo>
                      <a:close/>
                      <a:moveTo>
                        <a:pt x="8565" y="671512"/>
                      </a:moveTo>
                      <a:lnTo>
                        <a:pt x="0" y="671512"/>
                      </a:lnTo>
                      <a:lnTo>
                        <a:pt x="0" y="654368"/>
                      </a:lnTo>
                      <a:lnTo>
                        <a:pt x="8565" y="654368"/>
                      </a:lnTo>
                      <a:lnTo>
                        <a:pt x="8565" y="671512"/>
                      </a:lnTo>
                      <a:close/>
                      <a:moveTo>
                        <a:pt x="8565" y="644843"/>
                      </a:moveTo>
                      <a:lnTo>
                        <a:pt x="0" y="644843"/>
                      </a:lnTo>
                      <a:lnTo>
                        <a:pt x="0" y="636270"/>
                      </a:lnTo>
                      <a:lnTo>
                        <a:pt x="8565" y="636270"/>
                      </a:lnTo>
                      <a:lnTo>
                        <a:pt x="8565" y="644843"/>
                      </a:lnTo>
                      <a:close/>
                      <a:moveTo>
                        <a:pt x="8565" y="603885"/>
                      </a:moveTo>
                      <a:lnTo>
                        <a:pt x="0" y="603885"/>
                      </a:lnTo>
                      <a:lnTo>
                        <a:pt x="0" y="595312"/>
                      </a:lnTo>
                      <a:lnTo>
                        <a:pt x="8565" y="595312"/>
                      </a:lnTo>
                      <a:lnTo>
                        <a:pt x="8565" y="603885"/>
                      </a:lnTo>
                      <a:close/>
                      <a:moveTo>
                        <a:pt x="8565" y="580073"/>
                      </a:moveTo>
                      <a:lnTo>
                        <a:pt x="0" y="580073"/>
                      </a:lnTo>
                      <a:lnTo>
                        <a:pt x="0" y="562928"/>
                      </a:lnTo>
                      <a:lnTo>
                        <a:pt x="8565" y="562928"/>
                      </a:lnTo>
                      <a:lnTo>
                        <a:pt x="8565" y="580073"/>
                      </a:lnTo>
                      <a:close/>
                      <a:moveTo>
                        <a:pt x="8565" y="554355"/>
                      </a:moveTo>
                      <a:lnTo>
                        <a:pt x="0" y="554355"/>
                      </a:lnTo>
                      <a:lnTo>
                        <a:pt x="0" y="545783"/>
                      </a:lnTo>
                      <a:lnTo>
                        <a:pt x="8565" y="545783"/>
                      </a:lnTo>
                      <a:lnTo>
                        <a:pt x="8565" y="554355"/>
                      </a:lnTo>
                      <a:close/>
                      <a:moveTo>
                        <a:pt x="8565" y="513397"/>
                      </a:moveTo>
                      <a:lnTo>
                        <a:pt x="0" y="513397"/>
                      </a:lnTo>
                      <a:lnTo>
                        <a:pt x="0" y="504825"/>
                      </a:lnTo>
                      <a:lnTo>
                        <a:pt x="8565" y="504825"/>
                      </a:lnTo>
                      <a:lnTo>
                        <a:pt x="8565" y="513397"/>
                      </a:lnTo>
                      <a:close/>
                      <a:moveTo>
                        <a:pt x="8565" y="489585"/>
                      </a:moveTo>
                      <a:lnTo>
                        <a:pt x="0" y="489585"/>
                      </a:lnTo>
                      <a:lnTo>
                        <a:pt x="0" y="472440"/>
                      </a:lnTo>
                      <a:lnTo>
                        <a:pt x="8565" y="472440"/>
                      </a:lnTo>
                      <a:lnTo>
                        <a:pt x="8565" y="489585"/>
                      </a:lnTo>
                      <a:close/>
                      <a:moveTo>
                        <a:pt x="8565" y="462915"/>
                      </a:moveTo>
                      <a:lnTo>
                        <a:pt x="0" y="462915"/>
                      </a:lnTo>
                      <a:lnTo>
                        <a:pt x="0" y="454343"/>
                      </a:lnTo>
                      <a:lnTo>
                        <a:pt x="8565" y="454343"/>
                      </a:lnTo>
                      <a:lnTo>
                        <a:pt x="8565" y="462915"/>
                      </a:lnTo>
                      <a:close/>
                      <a:moveTo>
                        <a:pt x="8565" y="421958"/>
                      </a:moveTo>
                      <a:lnTo>
                        <a:pt x="0" y="421958"/>
                      </a:lnTo>
                      <a:lnTo>
                        <a:pt x="0" y="413385"/>
                      </a:lnTo>
                      <a:lnTo>
                        <a:pt x="8565" y="413385"/>
                      </a:lnTo>
                      <a:lnTo>
                        <a:pt x="8565" y="421958"/>
                      </a:lnTo>
                      <a:close/>
                      <a:moveTo>
                        <a:pt x="8565" y="398145"/>
                      </a:moveTo>
                      <a:lnTo>
                        <a:pt x="0" y="398145"/>
                      </a:lnTo>
                      <a:lnTo>
                        <a:pt x="0" y="381000"/>
                      </a:lnTo>
                      <a:lnTo>
                        <a:pt x="8565" y="381000"/>
                      </a:lnTo>
                      <a:lnTo>
                        <a:pt x="8565" y="398145"/>
                      </a:lnTo>
                      <a:close/>
                      <a:moveTo>
                        <a:pt x="8565" y="372428"/>
                      </a:moveTo>
                      <a:lnTo>
                        <a:pt x="0" y="372428"/>
                      </a:lnTo>
                      <a:lnTo>
                        <a:pt x="0" y="363855"/>
                      </a:lnTo>
                      <a:lnTo>
                        <a:pt x="8565" y="363855"/>
                      </a:lnTo>
                      <a:lnTo>
                        <a:pt x="8565" y="37242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22897"/>
                      </a:lnTo>
                      <a:lnTo>
                        <a:pt x="8565" y="322897"/>
                      </a:lnTo>
                      <a:lnTo>
                        <a:pt x="8565" y="331470"/>
                      </a:lnTo>
                      <a:close/>
                      <a:moveTo>
                        <a:pt x="8565" y="307658"/>
                      </a:moveTo>
                      <a:lnTo>
                        <a:pt x="0" y="307658"/>
                      </a:lnTo>
                      <a:lnTo>
                        <a:pt x="0" y="290512"/>
                      </a:lnTo>
                      <a:lnTo>
                        <a:pt x="8565" y="290512"/>
                      </a:lnTo>
                      <a:lnTo>
                        <a:pt x="8565" y="307658"/>
                      </a:lnTo>
                      <a:close/>
                      <a:moveTo>
                        <a:pt x="8565" y="280987"/>
                      </a:moveTo>
                      <a:lnTo>
                        <a:pt x="0" y="280987"/>
                      </a:lnTo>
                      <a:lnTo>
                        <a:pt x="0" y="272415"/>
                      </a:lnTo>
                      <a:lnTo>
                        <a:pt x="8565" y="272415"/>
                      </a:lnTo>
                      <a:lnTo>
                        <a:pt x="8565" y="280987"/>
                      </a:lnTo>
                      <a:close/>
                      <a:moveTo>
                        <a:pt x="8565" y="240030"/>
                      </a:moveTo>
                      <a:lnTo>
                        <a:pt x="0" y="240030"/>
                      </a:lnTo>
                      <a:lnTo>
                        <a:pt x="0" y="231458"/>
                      </a:lnTo>
                      <a:lnTo>
                        <a:pt x="8565" y="231458"/>
                      </a:lnTo>
                      <a:lnTo>
                        <a:pt x="8565" y="240030"/>
                      </a:lnTo>
                      <a:close/>
                      <a:moveTo>
                        <a:pt x="8565" y="216218"/>
                      </a:moveTo>
                      <a:lnTo>
                        <a:pt x="0" y="216218"/>
                      </a:lnTo>
                      <a:lnTo>
                        <a:pt x="0" y="199072"/>
                      </a:lnTo>
                      <a:lnTo>
                        <a:pt x="8565" y="199072"/>
                      </a:lnTo>
                      <a:lnTo>
                        <a:pt x="8565" y="216218"/>
                      </a:lnTo>
                      <a:close/>
                      <a:moveTo>
                        <a:pt x="8565" y="190500"/>
                      </a:moveTo>
                      <a:lnTo>
                        <a:pt x="0" y="190500"/>
                      </a:lnTo>
                      <a:lnTo>
                        <a:pt x="0" y="181928"/>
                      </a:lnTo>
                      <a:lnTo>
                        <a:pt x="8565" y="181928"/>
                      </a:lnTo>
                      <a:lnTo>
                        <a:pt x="8565" y="190500"/>
                      </a:lnTo>
                      <a:close/>
                      <a:moveTo>
                        <a:pt x="8565" y="149543"/>
                      </a:moveTo>
                      <a:lnTo>
                        <a:pt x="0" y="149543"/>
                      </a:lnTo>
                      <a:lnTo>
                        <a:pt x="0" y="140970"/>
                      </a:lnTo>
                      <a:lnTo>
                        <a:pt x="8565" y="140970"/>
                      </a:lnTo>
                      <a:lnTo>
                        <a:pt x="8565" y="149543"/>
                      </a:lnTo>
                      <a:close/>
                      <a:moveTo>
                        <a:pt x="8565" y="125730"/>
                      </a:moveTo>
                      <a:lnTo>
                        <a:pt x="0" y="125730"/>
                      </a:lnTo>
                      <a:lnTo>
                        <a:pt x="0" y="108585"/>
                      </a:lnTo>
                      <a:lnTo>
                        <a:pt x="8565" y="108585"/>
                      </a:lnTo>
                      <a:lnTo>
                        <a:pt x="8565" y="125730"/>
                      </a:lnTo>
                      <a:close/>
                      <a:moveTo>
                        <a:pt x="8565" y="99060"/>
                      </a:moveTo>
                      <a:lnTo>
                        <a:pt x="0" y="99060"/>
                      </a:lnTo>
                      <a:lnTo>
                        <a:pt x="0" y="90487"/>
                      </a:lnTo>
                      <a:lnTo>
                        <a:pt x="8565" y="90487"/>
                      </a:lnTo>
                      <a:lnTo>
                        <a:pt x="8565" y="99060"/>
                      </a:lnTo>
                      <a:close/>
                      <a:moveTo>
                        <a:pt x="8565" y="58102"/>
                      </a:moveTo>
                      <a:lnTo>
                        <a:pt x="0" y="58102"/>
                      </a:lnTo>
                      <a:lnTo>
                        <a:pt x="0" y="49530"/>
                      </a:lnTo>
                      <a:lnTo>
                        <a:pt x="8565" y="49530"/>
                      </a:lnTo>
                      <a:lnTo>
                        <a:pt x="8565" y="58102"/>
                      </a:lnTo>
                      <a:close/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2"/>
                      </a:moveTo>
                      <a:lnTo>
                        <a:pt x="0" y="8572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34"/>
                <p:cNvSpPr/>
                <p:nvPr/>
              </p:nvSpPr>
              <p:spPr>
                <a:xfrm>
                  <a:off x="8447535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30" name="Google Shape;930;p34"/>
              <p:cNvGrpSpPr/>
              <p:nvPr/>
            </p:nvGrpSpPr>
            <p:grpSpPr>
              <a:xfrm>
                <a:off x="9327548" y="952845"/>
                <a:ext cx="8565" cy="489584"/>
                <a:chOff x="8066873" y="1541145"/>
                <a:chExt cx="8565" cy="489584"/>
              </a:xfrm>
            </p:grpSpPr>
            <p:sp>
              <p:nvSpPr>
                <p:cNvPr id="931" name="Google Shape;931;p34"/>
                <p:cNvSpPr/>
                <p:nvPr/>
              </p:nvSpPr>
              <p:spPr>
                <a:xfrm>
                  <a:off x="8066874" y="202596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34"/>
                <p:cNvSpPr/>
                <p:nvPr/>
              </p:nvSpPr>
              <p:spPr>
                <a:xfrm>
                  <a:off x="8066873" y="1972627"/>
                  <a:ext cx="8565" cy="37147"/>
                </a:xfrm>
                <a:custGeom>
                  <a:rect b="b" l="l" r="r" t="t"/>
                  <a:pathLst>
                    <a:path extrusionOk="0" h="37147" w="8565">
                      <a:moveTo>
                        <a:pt x="8565" y="37148"/>
                      </a:moveTo>
                      <a:lnTo>
                        <a:pt x="0" y="37148"/>
                      </a:lnTo>
                      <a:lnTo>
                        <a:pt x="0" y="18098"/>
                      </a:lnTo>
                      <a:lnTo>
                        <a:pt x="8565" y="18098"/>
                      </a:lnTo>
                      <a:lnTo>
                        <a:pt x="8565" y="37148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34"/>
                <p:cNvSpPr/>
                <p:nvPr/>
              </p:nvSpPr>
              <p:spPr>
                <a:xfrm>
                  <a:off x="8066873" y="1580197"/>
                  <a:ext cx="8565" cy="357187"/>
                </a:xfrm>
                <a:custGeom>
                  <a:rect b="b" l="l" r="r" t="t"/>
                  <a:pathLst>
                    <a:path extrusionOk="0" h="357187" w="8565">
                      <a:moveTo>
                        <a:pt x="8565" y="357188"/>
                      </a:moveTo>
                      <a:lnTo>
                        <a:pt x="0" y="357188"/>
                      </a:lnTo>
                      <a:lnTo>
                        <a:pt x="0" y="347663"/>
                      </a:lnTo>
                      <a:lnTo>
                        <a:pt x="8565" y="347663"/>
                      </a:lnTo>
                      <a:lnTo>
                        <a:pt x="8565" y="35718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12420"/>
                      </a:lnTo>
                      <a:lnTo>
                        <a:pt x="8565" y="312420"/>
                      </a:lnTo>
                      <a:lnTo>
                        <a:pt x="8565" y="331470"/>
                      </a:lnTo>
                      <a:close/>
                      <a:moveTo>
                        <a:pt x="8565" y="303848"/>
                      </a:moveTo>
                      <a:lnTo>
                        <a:pt x="0" y="303848"/>
                      </a:lnTo>
                      <a:lnTo>
                        <a:pt x="0" y="294323"/>
                      </a:lnTo>
                      <a:lnTo>
                        <a:pt x="8565" y="294323"/>
                      </a:lnTo>
                      <a:lnTo>
                        <a:pt x="8565" y="303848"/>
                      </a:lnTo>
                      <a:close/>
                      <a:moveTo>
                        <a:pt x="8565" y="259080"/>
                      </a:moveTo>
                      <a:lnTo>
                        <a:pt x="0" y="259080"/>
                      </a:lnTo>
                      <a:lnTo>
                        <a:pt x="0" y="249555"/>
                      </a:lnTo>
                      <a:lnTo>
                        <a:pt x="8565" y="249555"/>
                      </a:lnTo>
                      <a:lnTo>
                        <a:pt x="8565" y="259080"/>
                      </a:lnTo>
                      <a:close/>
                      <a:moveTo>
                        <a:pt x="8565" y="234315"/>
                      </a:moveTo>
                      <a:lnTo>
                        <a:pt x="0" y="234315"/>
                      </a:lnTo>
                      <a:lnTo>
                        <a:pt x="0" y="215265"/>
                      </a:lnTo>
                      <a:lnTo>
                        <a:pt x="8565" y="215265"/>
                      </a:lnTo>
                      <a:lnTo>
                        <a:pt x="8565" y="234315"/>
                      </a:lnTo>
                      <a:close/>
                      <a:moveTo>
                        <a:pt x="8565" y="205740"/>
                      </a:moveTo>
                      <a:lnTo>
                        <a:pt x="0" y="205740"/>
                      </a:lnTo>
                      <a:lnTo>
                        <a:pt x="0" y="196215"/>
                      </a:lnTo>
                      <a:lnTo>
                        <a:pt x="8565" y="196215"/>
                      </a:lnTo>
                      <a:lnTo>
                        <a:pt x="8565" y="205740"/>
                      </a:lnTo>
                      <a:close/>
                      <a:moveTo>
                        <a:pt x="8565" y="161925"/>
                      </a:moveTo>
                      <a:lnTo>
                        <a:pt x="0" y="161925"/>
                      </a:lnTo>
                      <a:lnTo>
                        <a:pt x="0" y="152400"/>
                      </a:lnTo>
                      <a:lnTo>
                        <a:pt x="8565" y="152400"/>
                      </a:lnTo>
                      <a:lnTo>
                        <a:pt x="8565" y="161925"/>
                      </a:lnTo>
                      <a:close/>
                      <a:moveTo>
                        <a:pt x="8565" y="136207"/>
                      </a:moveTo>
                      <a:lnTo>
                        <a:pt x="0" y="136207"/>
                      </a:lnTo>
                      <a:lnTo>
                        <a:pt x="0" y="117157"/>
                      </a:lnTo>
                      <a:lnTo>
                        <a:pt x="8565" y="117157"/>
                      </a:lnTo>
                      <a:lnTo>
                        <a:pt x="8565" y="136207"/>
                      </a:lnTo>
                      <a:close/>
                      <a:moveTo>
                        <a:pt x="8565" y="107632"/>
                      </a:moveTo>
                      <a:lnTo>
                        <a:pt x="0" y="107632"/>
                      </a:lnTo>
                      <a:lnTo>
                        <a:pt x="0" y="98107"/>
                      </a:lnTo>
                      <a:lnTo>
                        <a:pt x="8565" y="98107"/>
                      </a:lnTo>
                      <a:lnTo>
                        <a:pt x="8565" y="107632"/>
                      </a:lnTo>
                      <a:close/>
                      <a:moveTo>
                        <a:pt x="8565" y="63817"/>
                      </a:moveTo>
                      <a:lnTo>
                        <a:pt x="0" y="63817"/>
                      </a:lnTo>
                      <a:lnTo>
                        <a:pt x="0" y="54292"/>
                      </a:lnTo>
                      <a:lnTo>
                        <a:pt x="8565" y="54292"/>
                      </a:lnTo>
                      <a:lnTo>
                        <a:pt x="8565" y="63817"/>
                      </a:lnTo>
                      <a:close/>
                      <a:moveTo>
                        <a:pt x="8565" y="38100"/>
                      </a:moveTo>
                      <a:lnTo>
                        <a:pt x="0" y="38100"/>
                      </a:lnTo>
                      <a:lnTo>
                        <a:pt x="0" y="19050"/>
                      </a:lnTo>
                      <a:lnTo>
                        <a:pt x="8565" y="19050"/>
                      </a:lnTo>
                      <a:lnTo>
                        <a:pt x="8565" y="38100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34"/>
                <p:cNvSpPr/>
                <p:nvPr/>
              </p:nvSpPr>
              <p:spPr>
                <a:xfrm>
                  <a:off x="8066874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35" name="Google Shape;935;p34"/>
              <p:cNvGrpSpPr/>
              <p:nvPr/>
            </p:nvGrpSpPr>
            <p:grpSpPr>
              <a:xfrm>
                <a:off x="9785294" y="952845"/>
                <a:ext cx="5709" cy="768666"/>
                <a:chOff x="8524619" y="1541145"/>
                <a:chExt cx="5709" cy="768666"/>
              </a:xfrm>
            </p:grpSpPr>
            <p:sp>
              <p:nvSpPr>
                <p:cNvPr id="936" name="Google Shape;936;p34"/>
                <p:cNvSpPr/>
                <p:nvPr/>
              </p:nvSpPr>
              <p:spPr>
                <a:xfrm>
                  <a:off x="8525570" y="230790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34"/>
                <p:cNvSpPr/>
                <p:nvPr/>
              </p:nvSpPr>
              <p:spPr>
                <a:xfrm>
                  <a:off x="8524619" y="2286952"/>
                  <a:ext cx="4758" cy="19050"/>
                </a:xfrm>
                <a:custGeom>
                  <a:rect b="b" l="l" r="r" t="t"/>
                  <a:pathLst>
                    <a:path extrusionOk="0" h="19050" w="4758">
                      <a:moveTo>
                        <a:pt x="4758" y="19050"/>
                      </a:moveTo>
                      <a:lnTo>
                        <a:pt x="0" y="19050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19050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34"/>
                <p:cNvSpPr/>
                <p:nvPr/>
              </p:nvSpPr>
              <p:spPr>
                <a:xfrm>
                  <a:off x="8524619" y="1550669"/>
                  <a:ext cx="4758" cy="729614"/>
                </a:xfrm>
                <a:custGeom>
                  <a:rect b="b" l="l" r="r" t="t"/>
                  <a:pathLst>
                    <a:path extrusionOk="0" h="729614" w="4758">
                      <a:moveTo>
                        <a:pt x="4758" y="729615"/>
                      </a:moveTo>
                      <a:lnTo>
                        <a:pt x="0" y="729615"/>
                      </a:lnTo>
                      <a:lnTo>
                        <a:pt x="0" y="725805"/>
                      </a:lnTo>
                      <a:lnTo>
                        <a:pt x="4758" y="725805"/>
                      </a:lnTo>
                      <a:lnTo>
                        <a:pt x="4758" y="729615"/>
                      </a:lnTo>
                      <a:close/>
                      <a:moveTo>
                        <a:pt x="4758" y="722948"/>
                      </a:moveTo>
                      <a:lnTo>
                        <a:pt x="0" y="722948"/>
                      </a:lnTo>
                      <a:lnTo>
                        <a:pt x="0" y="719138"/>
                      </a:lnTo>
                      <a:lnTo>
                        <a:pt x="4758" y="719138"/>
                      </a:lnTo>
                      <a:lnTo>
                        <a:pt x="4758" y="722948"/>
                      </a:lnTo>
                      <a:close/>
                      <a:moveTo>
                        <a:pt x="4758" y="707708"/>
                      </a:moveTo>
                      <a:lnTo>
                        <a:pt x="0" y="707708"/>
                      </a:lnTo>
                      <a:lnTo>
                        <a:pt x="0" y="703898"/>
                      </a:lnTo>
                      <a:lnTo>
                        <a:pt x="4758" y="703898"/>
                      </a:lnTo>
                      <a:lnTo>
                        <a:pt x="4758" y="707708"/>
                      </a:lnTo>
                      <a:close/>
                      <a:moveTo>
                        <a:pt x="4758" y="697230"/>
                      </a:moveTo>
                      <a:lnTo>
                        <a:pt x="0" y="697230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7230"/>
                      </a:lnTo>
                      <a:close/>
                      <a:moveTo>
                        <a:pt x="4758" y="690563"/>
                      </a:moveTo>
                      <a:lnTo>
                        <a:pt x="0" y="690563"/>
                      </a:lnTo>
                      <a:lnTo>
                        <a:pt x="0" y="686753"/>
                      </a:lnTo>
                      <a:lnTo>
                        <a:pt x="4758" y="686753"/>
                      </a:lnTo>
                      <a:lnTo>
                        <a:pt x="4758" y="690563"/>
                      </a:lnTo>
                      <a:close/>
                      <a:moveTo>
                        <a:pt x="4758" y="676275"/>
                      </a:moveTo>
                      <a:lnTo>
                        <a:pt x="0" y="676275"/>
                      </a:lnTo>
                      <a:lnTo>
                        <a:pt x="0" y="672465"/>
                      </a:lnTo>
                      <a:lnTo>
                        <a:pt x="4758" y="672465"/>
                      </a:lnTo>
                      <a:lnTo>
                        <a:pt x="4758" y="676275"/>
                      </a:lnTo>
                      <a:close/>
                      <a:moveTo>
                        <a:pt x="4758" y="665798"/>
                      </a:moveTo>
                      <a:lnTo>
                        <a:pt x="0" y="665798"/>
                      </a:lnTo>
                      <a:lnTo>
                        <a:pt x="0" y="661988"/>
                      </a:lnTo>
                      <a:lnTo>
                        <a:pt x="4758" y="661988"/>
                      </a:lnTo>
                      <a:lnTo>
                        <a:pt x="4758" y="665798"/>
                      </a:lnTo>
                      <a:close/>
                      <a:moveTo>
                        <a:pt x="4758" y="659130"/>
                      </a:moveTo>
                      <a:lnTo>
                        <a:pt x="0" y="659130"/>
                      </a:lnTo>
                      <a:lnTo>
                        <a:pt x="0" y="655320"/>
                      </a:lnTo>
                      <a:lnTo>
                        <a:pt x="4758" y="655320"/>
                      </a:lnTo>
                      <a:lnTo>
                        <a:pt x="4758" y="659130"/>
                      </a:lnTo>
                      <a:close/>
                      <a:moveTo>
                        <a:pt x="4758" y="643890"/>
                      </a:moveTo>
                      <a:lnTo>
                        <a:pt x="0" y="643890"/>
                      </a:lnTo>
                      <a:lnTo>
                        <a:pt x="0" y="640080"/>
                      </a:lnTo>
                      <a:lnTo>
                        <a:pt x="4758" y="640080"/>
                      </a:lnTo>
                      <a:lnTo>
                        <a:pt x="4758" y="643890"/>
                      </a:lnTo>
                      <a:close/>
                      <a:moveTo>
                        <a:pt x="4758" y="633413"/>
                      </a:moveTo>
                      <a:lnTo>
                        <a:pt x="0" y="633413"/>
                      </a:lnTo>
                      <a:lnTo>
                        <a:pt x="0" y="629603"/>
                      </a:lnTo>
                      <a:lnTo>
                        <a:pt x="4758" y="629603"/>
                      </a:lnTo>
                      <a:lnTo>
                        <a:pt x="4758" y="633413"/>
                      </a:lnTo>
                      <a:close/>
                      <a:moveTo>
                        <a:pt x="4758" y="626745"/>
                      </a:moveTo>
                      <a:lnTo>
                        <a:pt x="0" y="626745"/>
                      </a:lnTo>
                      <a:lnTo>
                        <a:pt x="0" y="622935"/>
                      </a:lnTo>
                      <a:lnTo>
                        <a:pt x="4758" y="622935"/>
                      </a:lnTo>
                      <a:lnTo>
                        <a:pt x="4758" y="626745"/>
                      </a:lnTo>
                      <a:close/>
                      <a:moveTo>
                        <a:pt x="4758" y="612458"/>
                      </a:moveTo>
                      <a:lnTo>
                        <a:pt x="0" y="612458"/>
                      </a:lnTo>
                      <a:lnTo>
                        <a:pt x="0" y="608648"/>
                      </a:lnTo>
                      <a:lnTo>
                        <a:pt x="4758" y="608648"/>
                      </a:lnTo>
                      <a:lnTo>
                        <a:pt x="4758" y="612458"/>
                      </a:lnTo>
                      <a:close/>
                      <a:moveTo>
                        <a:pt x="4758" y="601028"/>
                      </a:moveTo>
                      <a:lnTo>
                        <a:pt x="0" y="601028"/>
                      </a:lnTo>
                      <a:lnTo>
                        <a:pt x="0" y="597218"/>
                      </a:lnTo>
                      <a:lnTo>
                        <a:pt x="4758" y="597218"/>
                      </a:lnTo>
                      <a:lnTo>
                        <a:pt x="4758" y="601028"/>
                      </a:lnTo>
                      <a:close/>
                      <a:moveTo>
                        <a:pt x="4758" y="595313"/>
                      </a:moveTo>
                      <a:lnTo>
                        <a:pt x="0" y="595313"/>
                      </a:lnTo>
                      <a:lnTo>
                        <a:pt x="0" y="591503"/>
                      </a:lnTo>
                      <a:lnTo>
                        <a:pt x="4758" y="591503"/>
                      </a:lnTo>
                      <a:lnTo>
                        <a:pt x="4758" y="595313"/>
                      </a:lnTo>
                      <a:close/>
                      <a:moveTo>
                        <a:pt x="4758" y="580073"/>
                      </a:moveTo>
                      <a:lnTo>
                        <a:pt x="0" y="580073"/>
                      </a:lnTo>
                      <a:lnTo>
                        <a:pt x="0" y="576263"/>
                      </a:lnTo>
                      <a:lnTo>
                        <a:pt x="4758" y="576263"/>
                      </a:lnTo>
                      <a:lnTo>
                        <a:pt x="4758" y="580073"/>
                      </a:lnTo>
                      <a:close/>
                      <a:moveTo>
                        <a:pt x="4758" y="569595"/>
                      </a:moveTo>
                      <a:lnTo>
                        <a:pt x="0" y="569595"/>
                      </a:lnTo>
                      <a:lnTo>
                        <a:pt x="0" y="565785"/>
                      </a:lnTo>
                      <a:lnTo>
                        <a:pt x="4758" y="565785"/>
                      </a:lnTo>
                      <a:lnTo>
                        <a:pt x="4758" y="569595"/>
                      </a:lnTo>
                      <a:close/>
                      <a:moveTo>
                        <a:pt x="4758" y="562928"/>
                      </a:moveTo>
                      <a:lnTo>
                        <a:pt x="0" y="562928"/>
                      </a:lnTo>
                      <a:lnTo>
                        <a:pt x="0" y="559118"/>
                      </a:lnTo>
                      <a:lnTo>
                        <a:pt x="4758" y="559118"/>
                      </a:lnTo>
                      <a:lnTo>
                        <a:pt x="4758" y="562928"/>
                      </a:lnTo>
                      <a:close/>
                      <a:moveTo>
                        <a:pt x="4758" y="547688"/>
                      </a:moveTo>
                      <a:lnTo>
                        <a:pt x="0" y="547688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7688"/>
                      </a:lnTo>
                      <a:close/>
                      <a:moveTo>
                        <a:pt x="4758" y="537210"/>
                      </a:moveTo>
                      <a:lnTo>
                        <a:pt x="0" y="537210"/>
                      </a:lnTo>
                      <a:lnTo>
                        <a:pt x="0" y="533400"/>
                      </a:lnTo>
                      <a:lnTo>
                        <a:pt x="4758" y="533400"/>
                      </a:lnTo>
                      <a:lnTo>
                        <a:pt x="4758" y="537210"/>
                      </a:lnTo>
                      <a:close/>
                      <a:moveTo>
                        <a:pt x="4758" y="530543"/>
                      </a:moveTo>
                      <a:lnTo>
                        <a:pt x="0" y="530543"/>
                      </a:lnTo>
                      <a:lnTo>
                        <a:pt x="0" y="526733"/>
                      </a:lnTo>
                      <a:lnTo>
                        <a:pt x="4758" y="526733"/>
                      </a:lnTo>
                      <a:lnTo>
                        <a:pt x="4758" y="530543"/>
                      </a:lnTo>
                      <a:close/>
                      <a:moveTo>
                        <a:pt x="4758" y="516255"/>
                      </a:moveTo>
                      <a:lnTo>
                        <a:pt x="0" y="516255"/>
                      </a:lnTo>
                      <a:lnTo>
                        <a:pt x="0" y="512445"/>
                      </a:lnTo>
                      <a:lnTo>
                        <a:pt x="4758" y="512445"/>
                      </a:lnTo>
                      <a:lnTo>
                        <a:pt x="4758" y="516255"/>
                      </a:lnTo>
                      <a:close/>
                      <a:moveTo>
                        <a:pt x="4758" y="504825"/>
                      </a:moveTo>
                      <a:lnTo>
                        <a:pt x="0" y="504825"/>
                      </a:lnTo>
                      <a:lnTo>
                        <a:pt x="0" y="501015"/>
                      </a:lnTo>
                      <a:lnTo>
                        <a:pt x="4758" y="501015"/>
                      </a:lnTo>
                      <a:lnTo>
                        <a:pt x="4758" y="504825"/>
                      </a:lnTo>
                      <a:close/>
                      <a:moveTo>
                        <a:pt x="4758" y="499110"/>
                      </a:moveTo>
                      <a:lnTo>
                        <a:pt x="0" y="499110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499110"/>
                      </a:lnTo>
                      <a:close/>
                      <a:moveTo>
                        <a:pt x="4758" y="483870"/>
                      </a:moveTo>
                      <a:lnTo>
                        <a:pt x="0" y="483870"/>
                      </a:lnTo>
                      <a:lnTo>
                        <a:pt x="0" y="480060"/>
                      </a:lnTo>
                      <a:lnTo>
                        <a:pt x="4758" y="480060"/>
                      </a:lnTo>
                      <a:lnTo>
                        <a:pt x="4758" y="483870"/>
                      </a:lnTo>
                      <a:close/>
                      <a:moveTo>
                        <a:pt x="4758" y="473393"/>
                      </a:moveTo>
                      <a:lnTo>
                        <a:pt x="0" y="473393"/>
                      </a:lnTo>
                      <a:lnTo>
                        <a:pt x="0" y="468630"/>
                      </a:lnTo>
                      <a:lnTo>
                        <a:pt x="4758" y="468630"/>
                      </a:lnTo>
                      <a:lnTo>
                        <a:pt x="4758" y="473393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2915"/>
                      </a:lnTo>
                      <a:lnTo>
                        <a:pt x="4758" y="462915"/>
                      </a:lnTo>
                      <a:lnTo>
                        <a:pt x="4758" y="466725"/>
                      </a:lnTo>
                      <a:close/>
                      <a:moveTo>
                        <a:pt x="4758" y="451485"/>
                      </a:moveTo>
                      <a:lnTo>
                        <a:pt x="0" y="451485"/>
                      </a:lnTo>
                      <a:lnTo>
                        <a:pt x="0" y="447675"/>
                      </a:lnTo>
                      <a:lnTo>
                        <a:pt x="4758" y="447675"/>
                      </a:lnTo>
                      <a:lnTo>
                        <a:pt x="4758" y="451485"/>
                      </a:lnTo>
                      <a:close/>
                      <a:moveTo>
                        <a:pt x="4758" y="441008"/>
                      </a:moveTo>
                      <a:lnTo>
                        <a:pt x="0" y="441008"/>
                      </a:lnTo>
                      <a:lnTo>
                        <a:pt x="0" y="437197"/>
                      </a:lnTo>
                      <a:lnTo>
                        <a:pt x="4758" y="437197"/>
                      </a:lnTo>
                      <a:lnTo>
                        <a:pt x="4758" y="441008"/>
                      </a:lnTo>
                      <a:close/>
                      <a:moveTo>
                        <a:pt x="4758" y="434340"/>
                      </a:moveTo>
                      <a:lnTo>
                        <a:pt x="0" y="434340"/>
                      </a:lnTo>
                      <a:lnTo>
                        <a:pt x="0" y="430530"/>
                      </a:lnTo>
                      <a:lnTo>
                        <a:pt x="4758" y="430530"/>
                      </a:lnTo>
                      <a:lnTo>
                        <a:pt x="4758" y="434340"/>
                      </a:lnTo>
                      <a:close/>
                      <a:moveTo>
                        <a:pt x="4758" y="420053"/>
                      </a:moveTo>
                      <a:lnTo>
                        <a:pt x="0" y="420053"/>
                      </a:lnTo>
                      <a:lnTo>
                        <a:pt x="0" y="416243"/>
                      </a:lnTo>
                      <a:lnTo>
                        <a:pt x="4758" y="416243"/>
                      </a:lnTo>
                      <a:lnTo>
                        <a:pt x="4758" y="420053"/>
                      </a:lnTo>
                      <a:close/>
                      <a:moveTo>
                        <a:pt x="4758" y="409575"/>
                      </a:moveTo>
                      <a:lnTo>
                        <a:pt x="0" y="409575"/>
                      </a:lnTo>
                      <a:lnTo>
                        <a:pt x="0" y="405765"/>
                      </a:lnTo>
                      <a:lnTo>
                        <a:pt x="4758" y="405765"/>
                      </a:lnTo>
                      <a:lnTo>
                        <a:pt x="4758" y="409575"/>
                      </a:lnTo>
                      <a:close/>
                      <a:moveTo>
                        <a:pt x="4758" y="402908"/>
                      </a:moveTo>
                      <a:lnTo>
                        <a:pt x="0" y="402908"/>
                      </a:lnTo>
                      <a:lnTo>
                        <a:pt x="0" y="399097"/>
                      </a:lnTo>
                      <a:lnTo>
                        <a:pt x="4758" y="399097"/>
                      </a:lnTo>
                      <a:lnTo>
                        <a:pt x="4758" y="402908"/>
                      </a:lnTo>
                      <a:close/>
                      <a:moveTo>
                        <a:pt x="4758" y="387668"/>
                      </a:moveTo>
                      <a:lnTo>
                        <a:pt x="0" y="387668"/>
                      </a:lnTo>
                      <a:lnTo>
                        <a:pt x="0" y="383858"/>
                      </a:lnTo>
                      <a:lnTo>
                        <a:pt x="4758" y="383858"/>
                      </a:lnTo>
                      <a:lnTo>
                        <a:pt x="4758" y="387668"/>
                      </a:lnTo>
                      <a:close/>
                      <a:moveTo>
                        <a:pt x="4758" y="377190"/>
                      </a:moveTo>
                      <a:lnTo>
                        <a:pt x="0" y="377190"/>
                      </a:lnTo>
                      <a:lnTo>
                        <a:pt x="0" y="373380"/>
                      </a:lnTo>
                      <a:lnTo>
                        <a:pt x="4758" y="373380"/>
                      </a:lnTo>
                      <a:lnTo>
                        <a:pt x="4758" y="377190"/>
                      </a:lnTo>
                      <a:close/>
                      <a:moveTo>
                        <a:pt x="4758" y="370522"/>
                      </a:moveTo>
                      <a:lnTo>
                        <a:pt x="0" y="370522"/>
                      </a:lnTo>
                      <a:lnTo>
                        <a:pt x="0" y="366713"/>
                      </a:lnTo>
                      <a:lnTo>
                        <a:pt x="4758" y="366713"/>
                      </a:lnTo>
                      <a:lnTo>
                        <a:pt x="4758" y="370522"/>
                      </a:lnTo>
                      <a:close/>
                      <a:moveTo>
                        <a:pt x="4758" y="356235"/>
                      </a:moveTo>
                      <a:lnTo>
                        <a:pt x="0" y="356235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6235"/>
                      </a:lnTo>
                      <a:close/>
                      <a:moveTo>
                        <a:pt x="4758" y="344805"/>
                      </a:moveTo>
                      <a:lnTo>
                        <a:pt x="0" y="344805"/>
                      </a:lnTo>
                      <a:lnTo>
                        <a:pt x="0" y="340995"/>
                      </a:lnTo>
                      <a:lnTo>
                        <a:pt x="4758" y="340995"/>
                      </a:lnTo>
                      <a:lnTo>
                        <a:pt x="4758" y="344805"/>
                      </a:lnTo>
                      <a:close/>
                      <a:moveTo>
                        <a:pt x="4758" y="339090"/>
                      </a:moveTo>
                      <a:lnTo>
                        <a:pt x="0" y="339090"/>
                      </a:lnTo>
                      <a:lnTo>
                        <a:pt x="0" y="335280"/>
                      </a:lnTo>
                      <a:lnTo>
                        <a:pt x="4758" y="335280"/>
                      </a:lnTo>
                      <a:lnTo>
                        <a:pt x="4758" y="33909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20040"/>
                      </a:lnTo>
                      <a:lnTo>
                        <a:pt x="4758" y="320040"/>
                      </a:lnTo>
                      <a:lnTo>
                        <a:pt x="4758" y="323850"/>
                      </a:lnTo>
                      <a:close/>
                      <a:moveTo>
                        <a:pt x="4758" y="313372"/>
                      </a:moveTo>
                      <a:lnTo>
                        <a:pt x="0" y="313372"/>
                      </a:lnTo>
                      <a:lnTo>
                        <a:pt x="0" y="309563"/>
                      </a:lnTo>
                      <a:lnTo>
                        <a:pt x="4758" y="309563"/>
                      </a:lnTo>
                      <a:lnTo>
                        <a:pt x="4758" y="313372"/>
                      </a:lnTo>
                      <a:close/>
                      <a:moveTo>
                        <a:pt x="4758" y="306705"/>
                      </a:moveTo>
                      <a:lnTo>
                        <a:pt x="0" y="306705"/>
                      </a:lnTo>
                      <a:lnTo>
                        <a:pt x="0" y="302895"/>
                      </a:lnTo>
                      <a:lnTo>
                        <a:pt x="4758" y="302895"/>
                      </a:lnTo>
                      <a:lnTo>
                        <a:pt x="4758" y="306705"/>
                      </a:lnTo>
                      <a:close/>
                      <a:moveTo>
                        <a:pt x="4758" y="291465"/>
                      </a:moveTo>
                      <a:lnTo>
                        <a:pt x="0" y="291465"/>
                      </a:lnTo>
                      <a:lnTo>
                        <a:pt x="0" y="287655"/>
                      </a:lnTo>
                      <a:lnTo>
                        <a:pt x="4758" y="287655"/>
                      </a:lnTo>
                      <a:lnTo>
                        <a:pt x="4758" y="291465"/>
                      </a:lnTo>
                      <a:close/>
                      <a:moveTo>
                        <a:pt x="4758" y="280988"/>
                      </a:moveTo>
                      <a:lnTo>
                        <a:pt x="0" y="280988"/>
                      </a:lnTo>
                      <a:lnTo>
                        <a:pt x="0" y="277178"/>
                      </a:lnTo>
                      <a:lnTo>
                        <a:pt x="4758" y="277178"/>
                      </a:lnTo>
                      <a:lnTo>
                        <a:pt x="4758" y="280988"/>
                      </a:lnTo>
                      <a:close/>
                      <a:moveTo>
                        <a:pt x="4758" y="274320"/>
                      </a:moveTo>
                      <a:lnTo>
                        <a:pt x="0" y="274320"/>
                      </a:lnTo>
                      <a:lnTo>
                        <a:pt x="0" y="270510"/>
                      </a:lnTo>
                      <a:lnTo>
                        <a:pt x="4758" y="270510"/>
                      </a:lnTo>
                      <a:lnTo>
                        <a:pt x="4758" y="274320"/>
                      </a:lnTo>
                      <a:close/>
                      <a:moveTo>
                        <a:pt x="4758" y="260033"/>
                      </a:moveTo>
                      <a:lnTo>
                        <a:pt x="0" y="260033"/>
                      </a:lnTo>
                      <a:lnTo>
                        <a:pt x="0" y="256222"/>
                      </a:lnTo>
                      <a:lnTo>
                        <a:pt x="4758" y="256222"/>
                      </a:lnTo>
                      <a:lnTo>
                        <a:pt x="4758" y="260033"/>
                      </a:lnTo>
                      <a:close/>
                      <a:moveTo>
                        <a:pt x="4758" y="248603"/>
                      </a:moveTo>
                      <a:lnTo>
                        <a:pt x="0" y="248603"/>
                      </a:lnTo>
                      <a:lnTo>
                        <a:pt x="0" y="244793"/>
                      </a:lnTo>
                      <a:lnTo>
                        <a:pt x="4758" y="244793"/>
                      </a:lnTo>
                      <a:lnTo>
                        <a:pt x="4758" y="248603"/>
                      </a:lnTo>
                      <a:close/>
                      <a:moveTo>
                        <a:pt x="4758" y="242888"/>
                      </a:moveTo>
                      <a:lnTo>
                        <a:pt x="0" y="242888"/>
                      </a:lnTo>
                      <a:lnTo>
                        <a:pt x="0" y="239078"/>
                      </a:lnTo>
                      <a:lnTo>
                        <a:pt x="4758" y="239078"/>
                      </a:lnTo>
                      <a:lnTo>
                        <a:pt x="4758" y="242888"/>
                      </a:lnTo>
                      <a:close/>
                      <a:moveTo>
                        <a:pt x="4758" y="227647"/>
                      </a:moveTo>
                      <a:lnTo>
                        <a:pt x="0" y="227647"/>
                      </a:lnTo>
                      <a:lnTo>
                        <a:pt x="0" y="223838"/>
                      </a:lnTo>
                      <a:lnTo>
                        <a:pt x="4758" y="223838"/>
                      </a:lnTo>
                      <a:lnTo>
                        <a:pt x="4758" y="227647"/>
                      </a:lnTo>
                      <a:close/>
                      <a:moveTo>
                        <a:pt x="4758" y="217170"/>
                      </a:moveTo>
                      <a:lnTo>
                        <a:pt x="0" y="217170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7170"/>
                      </a:lnTo>
                      <a:close/>
                      <a:moveTo>
                        <a:pt x="4758" y="210503"/>
                      </a:moveTo>
                      <a:lnTo>
                        <a:pt x="0" y="210503"/>
                      </a:lnTo>
                      <a:lnTo>
                        <a:pt x="0" y="206693"/>
                      </a:lnTo>
                      <a:lnTo>
                        <a:pt x="4758" y="206693"/>
                      </a:lnTo>
                      <a:lnTo>
                        <a:pt x="4758" y="210503"/>
                      </a:lnTo>
                      <a:close/>
                      <a:moveTo>
                        <a:pt x="4758" y="195263"/>
                      </a:moveTo>
                      <a:lnTo>
                        <a:pt x="0" y="195263"/>
                      </a:lnTo>
                      <a:lnTo>
                        <a:pt x="0" y="191453"/>
                      </a:lnTo>
                      <a:lnTo>
                        <a:pt x="4758" y="191453"/>
                      </a:lnTo>
                      <a:lnTo>
                        <a:pt x="4758" y="19526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975"/>
                      </a:lnTo>
                      <a:lnTo>
                        <a:pt x="4758" y="180975"/>
                      </a:lnTo>
                      <a:lnTo>
                        <a:pt x="4758" y="184785"/>
                      </a:lnTo>
                      <a:close/>
                      <a:moveTo>
                        <a:pt x="4758" y="179070"/>
                      </a:moveTo>
                      <a:lnTo>
                        <a:pt x="0" y="179070"/>
                      </a:lnTo>
                      <a:lnTo>
                        <a:pt x="0" y="175260"/>
                      </a:lnTo>
                      <a:lnTo>
                        <a:pt x="4758" y="175260"/>
                      </a:lnTo>
                      <a:lnTo>
                        <a:pt x="4758" y="179070"/>
                      </a:lnTo>
                      <a:close/>
                      <a:moveTo>
                        <a:pt x="4758" y="163830"/>
                      </a:moveTo>
                      <a:lnTo>
                        <a:pt x="0" y="163830"/>
                      </a:lnTo>
                      <a:lnTo>
                        <a:pt x="0" y="160020"/>
                      </a:lnTo>
                      <a:lnTo>
                        <a:pt x="4758" y="160020"/>
                      </a:lnTo>
                      <a:lnTo>
                        <a:pt x="4758" y="163830"/>
                      </a:lnTo>
                      <a:close/>
                      <a:moveTo>
                        <a:pt x="4758" y="153353"/>
                      </a:moveTo>
                      <a:lnTo>
                        <a:pt x="0" y="153353"/>
                      </a:lnTo>
                      <a:lnTo>
                        <a:pt x="0" y="149543"/>
                      </a:lnTo>
                      <a:lnTo>
                        <a:pt x="4758" y="149543"/>
                      </a:lnTo>
                      <a:lnTo>
                        <a:pt x="4758" y="153353"/>
                      </a:lnTo>
                      <a:close/>
                      <a:moveTo>
                        <a:pt x="4758" y="146685"/>
                      </a:moveTo>
                      <a:lnTo>
                        <a:pt x="0" y="146685"/>
                      </a:lnTo>
                      <a:lnTo>
                        <a:pt x="0" y="142875"/>
                      </a:lnTo>
                      <a:lnTo>
                        <a:pt x="4758" y="142875"/>
                      </a:lnTo>
                      <a:lnTo>
                        <a:pt x="4758" y="146685"/>
                      </a:lnTo>
                      <a:close/>
                      <a:moveTo>
                        <a:pt x="4758" y="131445"/>
                      </a:moveTo>
                      <a:lnTo>
                        <a:pt x="0" y="131445"/>
                      </a:lnTo>
                      <a:lnTo>
                        <a:pt x="0" y="127635"/>
                      </a:lnTo>
                      <a:lnTo>
                        <a:pt x="4758" y="127635"/>
                      </a:lnTo>
                      <a:lnTo>
                        <a:pt x="4758" y="131445"/>
                      </a:lnTo>
                      <a:close/>
                      <a:moveTo>
                        <a:pt x="4758" y="120968"/>
                      </a:moveTo>
                      <a:lnTo>
                        <a:pt x="0" y="120968"/>
                      </a:lnTo>
                      <a:lnTo>
                        <a:pt x="0" y="117157"/>
                      </a:lnTo>
                      <a:lnTo>
                        <a:pt x="4758" y="117157"/>
                      </a:lnTo>
                      <a:lnTo>
                        <a:pt x="4758" y="120968"/>
                      </a:lnTo>
                      <a:close/>
                      <a:moveTo>
                        <a:pt x="4758" y="114300"/>
                      </a:moveTo>
                      <a:lnTo>
                        <a:pt x="0" y="114300"/>
                      </a:lnTo>
                      <a:lnTo>
                        <a:pt x="0" y="110490"/>
                      </a:lnTo>
                      <a:lnTo>
                        <a:pt x="4758" y="110490"/>
                      </a:lnTo>
                      <a:lnTo>
                        <a:pt x="4758" y="114300"/>
                      </a:lnTo>
                      <a:close/>
                      <a:moveTo>
                        <a:pt x="4758" y="100013"/>
                      </a:moveTo>
                      <a:lnTo>
                        <a:pt x="0" y="100013"/>
                      </a:lnTo>
                      <a:lnTo>
                        <a:pt x="0" y="96203"/>
                      </a:lnTo>
                      <a:lnTo>
                        <a:pt x="4758" y="96203"/>
                      </a:lnTo>
                      <a:lnTo>
                        <a:pt x="4758" y="100013"/>
                      </a:lnTo>
                      <a:close/>
                      <a:moveTo>
                        <a:pt x="4758" y="88582"/>
                      </a:moveTo>
                      <a:lnTo>
                        <a:pt x="0" y="88582"/>
                      </a:lnTo>
                      <a:lnTo>
                        <a:pt x="0" y="84773"/>
                      </a:lnTo>
                      <a:lnTo>
                        <a:pt x="4758" y="84773"/>
                      </a:lnTo>
                      <a:lnTo>
                        <a:pt x="4758" y="88582"/>
                      </a:lnTo>
                      <a:close/>
                      <a:moveTo>
                        <a:pt x="4758" y="82868"/>
                      </a:moveTo>
                      <a:lnTo>
                        <a:pt x="0" y="82868"/>
                      </a:lnTo>
                      <a:lnTo>
                        <a:pt x="0" y="78105"/>
                      </a:lnTo>
                      <a:lnTo>
                        <a:pt x="4758" y="78105"/>
                      </a:lnTo>
                      <a:lnTo>
                        <a:pt x="4758" y="82868"/>
                      </a:lnTo>
                      <a:close/>
                      <a:moveTo>
                        <a:pt x="4758" y="67628"/>
                      </a:moveTo>
                      <a:lnTo>
                        <a:pt x="0" y="67628"/>
                      </a:lnTo>
                      <a:lnTo>
                        <a:pt x="0" y="63818"/>
                      </a:lnTo>
                      <a:lnTo>
                        <a:pt x="4758" y="63818"/>
                      </a:lnTo>
                      <a:lnTo>
                        <a:pt x="4758" y="67628"/>
                      </a:lnTo>
                      <a:close/>
                      <a:moveTo>
                        <a:pt x="4758" y="57150"/>
                      </a:moveTo>
                      <a:lnTo>
                        <a:pt x="0" y="57150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7150"/>
                      </a:lnTo>
                      <a:close/>
                      <a:moveTo>
                        <a:pt x="4758" y="50482"/>
                      </a:moveTo>
                      <a:lnTo>
                        <a:pt x="0" y="50482"/>
                      </a:lnTo>
                      <a:lnTo>
                        <a:pt x="0" y="46673"/>
                      </a:lnTo>
                      <a:lnTo>
                        <a:pt x="4758" y="46673"/>
                      </a:lnTo>
                      <a:lnTo>
                        <a:pt x="4758" y="50482"/>
                      </a:lnTo>
                      <a:close/>
                      <a:moveTo>
                        <a:pt x="4758" y="35243"/>
                      </a:moveTo>
                      <a:lnTo>
                        <a:pt x="0" y="35243"/>
                      </a:lnTo>
                      <a:lnTo>
                        <a:pt x="0" y="31432"/>
                      </a:lnTo>
                      <a:lnTo>
                        <a:pt x="4758" y="31432"/>
                      </a:lnTo>
                      <a:lnTo>
                        <a:pt x="4758" y="35243"/>
                      </a:lnTo>
                      <a:close/>
                      <a:moveTo>
                        <a:pt x="4758" y="24765"/>
                      </a:moveTo>
                      <a:lnTo>
                        <a:pt x="0" y="24765"/>
                      </a:lnTo>
                      <a:lnTo>
                        <a:pt x="0" y="20955"/>
                      </a:lnTo>
                      <a:lnTo>
                        <a:pt x="4758" y="20955"/>
                      </a:lnTo>
                      <a:lnTo>
                        <a:pt x="4758" y="24765"/>
                      </a:lnTo>
                      <a:close/>
                      <a:moveTo>
                        <a:pt x="4758" y="18098"/>
                      </a:moveTo>
                      <a:lnTo>
                        <a:pt x="0" y="18098"/>
                      </a:lnTo>
                      <a:lnTo>
                        <a:pt x="0" y="14288"/>
                      </a:lnTo>
                      <a:lnTo>
                        <a:pt x="4758" y="14288"/>
                      </a:lnTo>
                      <a:lnTo>
                        <a:pt x="4758" y="18098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34"/>
                <p:cNvSpPr/>
                <p:nvPr/>
              </p:nvSpPr>
              <p:spPr>
                <a:xfrm>
                  <a:off x="8525570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40" name="Google Shape;940;p34"/>
              <p:cNvGrpSpPr/>
              <p:nvPr/>
            </p:nvGrpSpPr>
            <p:grpSpPr>
              <a:xfrm>
                <a:off x="9434134" y="952845"/>
                <a:ext cx="4758" cy="791526"/>
                <a:chOff x="8173459" y="1541145"/>
                <a:chExt cx="4758" cy="791526"/>
              </a:xfrm>
            </p:grpSpPr>
            <p:sp>
              <p:nvSpPr>
                <p:cNvPr id="941" name="Google Shape;941;p34"/>
                <p:cNvSpPr/>
                <p:nvPr/>
              </p:nvSpPr>
              <p:spPr>
                <a:xfrm>
                  <a:off x="8173459" y="233076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34"/>
                <p:cNvSpPr/>
                <p:nvPr/>
              </p:nvSpPr>
              <p:spPr>
                <a:xfrm>
                  <a:off x="8173459" y="2308859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3"/>
                      </a:moveTo>
                      <a:lnTo>
                        <a:pt x="0" y="20003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3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34"/>
                <p:cNvSpPr/>
                <p:nvPr/>
              </p:nvSpPr>
              <p:spPr>
                <a:xfrm>
                  <a:off x="8173459" y="1549717"/>
                  <a:ext cx="4758" cy="752474"/>
                </a:xfrm>
                <a:custGeom>
                  <a:rect b="b" l="l" r="r" t="t"/>
                  <a:pathLst>
                    <a:path extrusionOk="0" h="752474" w="4758">
                      <a:moveTo>
                        <a:pt x="4758" y="752475"/>
                      </a:moveTo>
                      <a:lnTo>
                        <a:pt x="0" y="752475"/>
                      </a:lnTo>
                      <a:lnTo>
                        <a:pt x="0" y="747712"/>
                      </a:lnTo>
                      <a:lnTo>
                        <a:pt x="4758" y="747712"/>
                      </a:lnTo>
                      <a:lnTo>
                        <a:pt x="4758" y="752475"/>
                      </a:lnTo>
                      <a:close/>
                      <a:moveTo>
                        <a:pt x="4758" y="745808"/>
                      </a:moveTo>
                      <a:lnTo>
                        <a:pt x="0" y="745808"/>
                      </a:lnTo>
                      <a:lnTo>
                        <a:pt x="0" y="741045"/>
                      </a:lnTo>
                      <a:lnTo>
                        <a:pt x="4758" y="741045"/>
                      </a:lnTo>
                      <a:lnTo>
                        <a:pt x="4758" y="745808"/>
                      </a:lnTo>
                      <a:close/>
                      <a:moveTo>
                        <a:pt x="4758" y="730567"/>
                      </a:moveTo>
                      <a:lnTo>
                        <a:pt x="0" y="730567"/>
                      </a:lnTo>
                      <a:lnTo>
                        <a:pt x="0" y="726758"/>
                      </a:lnTo>
                      <a:lnTo>
                        <a:pt x="4758" y="726758"/>
                      </a:lnTo>
                      <a:lnTo>
                        <a:pt x="4758" y="730567"/>
                      </a:lnTo>
                      <a:close/>
                      <a:moveTo>
                        <a:pt x="4758" y="720090"/>
                      </a:moveTo>
                      <a:lnTo>
                        <a:pt x="0" y="720090"/>
                      </a:lnTo>
                      <a:lnTo>
                        <a:pt x="0" y="715328"/>
                      </a:lnTo>
                      <a:lnTo>
                        <a:pt x="4758" y="715328"/>
                      </a:lnTo>
                      <a:lnTo>
                        <a:pt x="4758" y="720090"/>
                      </a:lnTo>
                      <a:close/>
                      <a:moveTo>
                        <a:pt x="4758" y="713423"/>
                      </a:moveTo>
                      <a:lnTo>
                        <a:pt x="0" y="713423"/>
                      </a:lnTo>
                      <a:lnTo>
                        <a:pt x="0" y="708660"/>
                      </a:lnTo>
                      <a:lnTo>
                        <a:pt x="4758" y="708660"/>
                      </a:lnTo>
                      <a:lnTo>
                        <a:pt x="4758" y="713423"/>
                      </a:lnTo>
                      <a:close/>
                      <a:moveTo>
                        <a:pt x="4758" y="698183"/>
                      </a:moveTo>
                      <a:lnTo>
                        <a:pt x="0" y="698183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8183"/>
                      </a:lnTo>
                      <a:close/>
                      <a:moveTo>
                        <a:pt x="4758" y="686753"/>
                      </a:moveTo>
                      <a:lnTo>
                        <a:pt x="0" y="686753"/>
                      </a:lnTo>
                      <a:lnTo>
                        <a:pt x="0" y="681990"/>
                      </a:lnTo>
                      <a:lnTo>
                        <a:pt x="4758" y="681990"/>
                      </a:lnTo>
                      <a:lnTo>
                        <a:pt x="4758" y="686753"/>
                      </a:lnTo>
                      <a:close/>
                      <a:moveTo>
                        <a:pt x="4758" y="680085"/>
                      </a:moveTo>
                      <a:lnTo>
                        <a:pt x="0" y="680085"/>
                      </a:lnTo>
                      <a:lnTo>
                        <a:pt x="0" y="675323"/>
                      </a:lnTo>
                      <a:lnTo>
                        <a:pt x="4758" y="675323"/>
                      </a:lnTo>
                      <a:lnTo>
                        <a:pt x="4758" y="680085"/>
                      </a:lnTo>
                      <a:close/>
                      <a:moveTo>
                        <a:pt x="4758" y="664845"/>
                      </a:moveTo>
                      <a:lnTo>
                        <a:pt x="0" y="664845"/>
                      </a:lnTo>
                      <a:lnTo>
                        <a:pt x="0" y="660083"/>
                      </a:lnTo>
                      <a:lnTo>
                        <a:pt x="4758" y="660083"/>
                      </a:lnTo>
                      <a:lnTo>
                        <a:pt x="4758" y="664845"/>
                      </a:lnTo>
                      <a:close/>
                      <a:moveTo>
                        <a:pt x="4758" y="653415"/>
                      </a:moveTo>
                      <a:lnTo>
                        <a:pt x="0" y="653415"/>
                      </a:lnTo>
                      <a:lnTo>
                        <a:pt x="0" y="648653"/>
                      </a:lnTo>
                      <a:lnTo>
                        <a:pt x="4758" y="648653"/>
                      </a:lnTo>
                      <a:lnTo>
                        <a:pt x="4758" y="653415"/>
                      </a:lnTo>
                      <a:close/>
                      <a:moveTo>
                        <a:pt x="4758" y="646748"/>
                      </a:moveTo>
                      <a:lnTo>
                        <a:pt x="0" y="646748"/>
                      </a:lnTo>
                      <a:lnTo>
                        <a:pt x="0" y="641985"/>
                      </a:lnTo>
                      <a:lnTo>
                        <a:pt x="4758" y="641985"/>
                      </a:lnTo>
                      <a:lnTo>
                        <a:pt x="4758" y="646748"/>
                      </a:lnTo>
                      <a:close/>
                      <a:moveTo>
                        <a:pt x="4758" y="631508"/>
                      </a:moveTo>
                      <a:lnTo>
                        <a:pt x="0" y="631508"/>
                      </a:lnTo>
                      <a:lnTo>
                        <a:pt x="0" y="626745"/>
                      </a:lnTo>
                      <a:lnTo>
                        <a:pt x="4758" y="626745"/>
                      </a:lnTo>
                      <a:lnTo>
                        <a:pt x="4758" y="631508"/>
                      </a:lnTo>
                      <a:close/>
                      <a:moveTo>
                        <a:pt x="4758" y="621030"/>
                      </a:moveTo>
                      <a:lnTo>
                        <a:pt x="0" y="621030"/>
                      </a:lnTo>
                      <a:lnTo>
                        <a:pt x="0" y="616268"/>
                      </a:lnTo>
                      <a:lnTo>
                        <a:pt x="4758" y="616268"/>
                      </a:lnTo>
                      <a:lnTo>
                        <a:pt x="4758" y="621030"/>
                      </a:lnTo>
                      <a:close/>
                      <a:moveTo>
                        <a:pt x="4758" y="614362"/>
                      </a:moveTo>
                      <a:lnTo>
                        <a:pt x="0" y="614362"/>
                      </a:lnTo>
                      <a:lnTo>
                        <a:pt x="0" y="609600"/>
                      </a:lnTo>
                      <a:lnTo>
                        <a:pt x="4758" y="609600"/>
                      </a:lnTo>
                      <a:lnTo>
                        <a:pt x="4758" y="614362"/>
                      </a:lnTo>
                      <a:close/>
                      <a:moveTo>
                        <a:pt x="4758" y="599123"/>
                      </a:moveTo>
                      <a:lnTo>
                        <a:pt x="0" y="599123"/>
                      </a:lnTo>
                      <a:lnTo>
                        <a:pt x="0" y="594360"/>
                      </a:lnTo>
                      <a:lnTo>
                        <a:pt x="4758" y="594360"/>
                      </a:lnTo>
                      <a:lnTo>
                        <a:pt x="4758" y="599123"/>
                      </a:lnTo>
                      <a:close/>
                      <a:moveTo>
                        <a:pt x="4758" y="587693"/>
                      </a:moveTo>
                      <a:lnTo>
                        <a:pt x="0" y="587693"/>
                      </a:lnTo>
                      <a:lnTo>
                        <a:pt x="0" y="583883"/>
                      </a:lnTo>
                      <a:lnTo>
                        <a:pt x="4758" y="583883"/>
                      </a:lnTo>
                      <a:lnTo>
                        <a:pt x="4758" y="587693"/>
                      </a:lnTo>
                      <a:close/>
                      <a:moveTo>
                        <a:pt x="4758" y="581025"/>
                      </a:moveTo>
                      <a:lnTo>
                        <a:pt x="0" y="581025"/>
                      </a:lnTo>
                      <a:lnTo>
                        <a:pt x="0" y="576262"/>
                      </a:lnTo>
                      <a:lnTo>
                        <a:pt x="4758" y="576262"/>
                      </a:lnTo>
                      <a:lnTo>
                        <a:pt x="4758" y="581025"/>
                      </a:lnTo>
                      <a:close/>
                      <a:moveTo>
                        <a:pt x="4758" y="565785"/>
                      </a:moveTo>
                      <a:lnTo>
                        <a:pt x="0" y="565785"/>
                      </a:lnTo>
                      <a:lnTo>
                        <a:pt x="0" y="561023"/>
                      </a:lnTo>
                      <a:lnTo>
                        <a:pt x="4758" y="561023"/>
                      </a:lnTo>
                      <a:lnTo>
                        <a:pt x="4758" y="565785"/>
                      </a:lnTo>
                      <a:close/>
                      <a:moveTo>
                        <a:pt x="4758" y="554355"/>
                      </a:moveTo>
                      <a:lnTo>
                        <a:pt x="0" y="554355"/>
                      </a:lnTo>
                      <a:lnTo>
                        <a:pt x="0" y="549593"/>
                      </a:lnTo>
                      <a:lnTo>
                        <a:pt x="4758" y="549593"/>
                      </a:lnTo>
                      <a:lnTo>
                        <a:pt x="4758" y="554355"/>
                      </a:lnTo>
                      <a:close/>
                      <a:moveTo>
                        <a:pt x="4758" y="548640"/>
                      </a:moveTo>
                      <a:lnTo>
                        <a:pt x="0" y="548640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8640"/>
                      </a:lnTo>
                      <a:close/>
                      <a:moveTo>
                        <a:pt x="4758" y="532448"/>
                      </a:moveTo>
                      <a:lnTo>
                        <a:pt x="0" y="532448"/>
                      </a:lnTo>
                      <a:lnTo>
                        <a:pt x="0" y="527685"/>
                      </a:lnTo>
                      <a:lnTo>
                        <a:pt x="4758" y="527685"/>
                      </a:lnTo>
                      <a:lnTo>
                        <a:pt x="4758" y="532448"/>
                      </a:lnTo>
                      <a:close/>
                      <a:moveTo>
                        <a:pt x="4758" y="521970"/>
                      </a:moveTo>
                      <a:lnTo>
                        <a:pt x="0" y="521970"/>
                      </a:lnTo>
                      <a:lnTo>
                        <a:pt x="0" y="517208"/>
                      </a:lnTo>
                      <a:lnTo>
                        <a:pt x="4758" y="517208"/>
                      </a:lnTo>
                      <a:lnTo>
                        <a:pt x="4758" y="521970"/>
                      </a:lnTo>
                      <a:close/>
                      <a:moveTo>
                        <a:pt x="4758" y="515303"/>
                      </a:moveTo>
                      <a:lnTo>
                        <a:pt x="0" y="515303"/>
                      </a:lnTo>
                      <a:lnTo>
                        <a:pt x="0" y="510540"/>
                      </a:lnTo>
                      <a:lnTo>
                        <a:pt x="4758" y="510540"/>
                      </a:lnTo>
                      <a:lnTo>
                        <a:pt x="4758" y="515303"/>
                      </a:lnTo>
                      <a:close/>
                      <a:moveTo>
                        <a:pt x="4758" y="500062"/>
                      </a:moveTo>
                      <a:lnTo>
                        <a:pt x="0" y="500062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500062"/>
                      </a:lnTo>
                      <a:close/>
                      <a:moveTo>
                        <a:pt x="4758" y="488633"/>
                      </a:moveTo>
                      <a:lnTo>
                        <a:pt x="0" y="488633"/>
                      </a:lnTo>
                      <a:lnTo>
                        <a:pt x="0" y="483870"/>
                      </a:lnTo>
                      <a:lnTo>
                        <a:pt x="4758" y="483870"/>
                      </a:lnTo>
                      <a:lnTo>
                        <a:pt x="4758" y="488633"/>
                      </a:lnTo>
                      <a:close/>
                      <a:moveTo>
                        <a:pt x="4758" y="481965"/>
                      </a:moveTo>
                      <a:lnTo>
                        <a:pt x="0" y="481965"/>
                      </a:lnTo>
                      <a:lnTo>
                        <a:pt x="0" y="477203"/>
                      </a:lnTo>
                      <a:lnTo>
                        <a:pt x="4758" y="477203"/>
                      </a:lnTo>
                      <a:lnTo>
                        <a:pt x="4758" y="481965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1962"/>
                      </a:lnTo>
                      <a:lnTo>
                        <a:pt x="4758" y="461962"/>
                      </a:lnTo>
                      <a:lnTo>
                        <a:pt x="4758" y="466725"/>
                      </a:lnTo>
                      <a:close/>
                      <a:moveTo>
                        <a:pt x="4758" y="456247"/>
                      </a:moveTo>
                      <a:lnTo>
                        <a:pt x="0" y="456247"/>
                      </a:lnTo>
                      <a:lnTo>
                        <a:pt x="0" y="451485"/>
                      </a:lnTo>
                      <a:lnTo>
                        <a:pt x="4758" y="451485"/>
                      </a:lnTo>
                      <a:lnTo>
                        <a:pt x="4758" y="456247"/>
                      </a:lnTo>
                      <a:close/>
                      <a:moveTo>
                        <a:pt x="4758" y="449580"/>
                      </a:moveTo>
                      <a:lnTo>
                        <a:pt x="0" y="449580"/>
                      </a:lnTo>
                      <a:lnTo>
                        <a:pt x="0" y="444818"/>
                      </a:lnTo>
                      <a:lnTo>
                        <a:pt x="4758" y="444818"/>
                      </a:lnTo>
                      <a:lnTo>
                        <a:pt x="4758" y="449580"/>
                      </a:lnTo>
                      <a:close/>
                      <a:moveTo>
                        <a:pt x="4758" y="433387"/>
                      </a:moveTo>
                      <a:lnTo>
                        <a:pt x="0" y="433387"/>
                      </a:lnTo>
                      <a:lnTo>
                        <a:pt x="0" y="428625"/>
                      </a:lnTo>
                      <a:lnTo>
                        <a:pt x="4758" y="428625"/>
                      </a:lnTo>
                      <a:lnTo>
                        <a:pt x="4758" y="433387"/>
                      </a:lnTo>
                      <a:close/>
                      <a:moveTo>
                        <a:pt x="4758" y="422910"/>
                      </a:moveTo>
                      <a:lnTo>
                        <a:pt x="0" y="422910"/>
                      </a:lnTo>
                      <a:lnTo>
                        <a:pt x="0" y="418147"/>
                      </a:lnTo>
                      <a:lnTo>
                        <a:pt x="4758" y="418147"/>
                      </a:lnTo>
                      <a:lnTo>
                        <a:pt x="4758" y="422910"/>
                      </a:lnTo>
                      <a:close/>
                      <a:moveTo>
                        <a:pt x="4758" y="416243"/>
                      </a:moveTo>
                      <a:lnTo>
                        <a:pt x="0" y="416243"/>
                      </a:lnTo>
                      <a:lnTo>
                        <a:pt x="0" y="411480"/>
                      </a:lnTo>
                      <a:lnTo>
                        <a:pt x="4758" y="411480"/>
                      </a:lnTo>
                      <a:lnTo>
                        <a:pt x="4758" y="416243"/>
                      </a:lnTo>
                      <a:close/>
                      <a:moveTo>
                        <a:pt x="4758" y="401003"/>
                      </a:moveTo>
                      <a:lnTo>
                        <a:pt x="0" y="401003"/>
                      </a:lnTo>
                      <a:lnTo>
                        <a:pt x="0" y="396240"/>
                      </a:lnTo>
                      <a:lnTo>
                        <a:pt x="4758" y="396240"/>
                      </a:lnTo>
                      <a:lnTo>
                        <a:pt x="4758" y="401003"/>
                      </a:lnTo>
                      <a:close/>
                      <a:moveTo>
                        <a:pt x="4758" y="389572"/>
                      </a:moveTo>
                      <a:lnTo>
                        <a:pt x="0" y="389572"/>
                      </a:lnTo>
                      <a:lnTo>
                        <a:pt x="0" y="384810"/>
                      </a:lnTo>
                      <a:lnTo>
                        <a:pt x="4758" y="384810"/>
                      </a:lnTo>
                      <a:lnTo>
                        <a:pt x="4758" y="389572"/>
                      </a:lnTo>
                      <a:close/>
                      <a:moveTo>
                        <a:pt x="4758" y="382905"/>
                      </a:moveTo>
                      <a:lnTo>
                        <a:pt x="0" y="382905"/>
                      </a:lnTo>
                      <a:lnTo>
                        <a:pt x="0" y="378143"/>
                      </a:lnTo>
                      <a:lnTo>
                        <a:pt x="4758" y="378143"/>
                      </a:lnTo>
                      <a:lnTo>
                        <a:pt x="4758" y="382905"/>
                      </a:lnTo>
                      <a:close/>
                      <a:moveTo>
                        <a:pt x="4758" y="367665"/>
                      </a:moveTo>
                      <a:lnTo>
                        <a:pt x="0" y="367665"/>
                      </a:lnTo>
                      <a:lnTo>
                        <a:pt x="0" y="362903"/>
                      </a:lnTo>
                      <a:lnTo>
                        <a:pt x="4758" y="362903"/>
                      </a:lnTo>
                      <a:lnTo>
                        <a:pt x="4758" y="367665"/>
                      </a:lnTo>
                      <a:close/>
                      <a:moveTo>
                        <a:pt x="4758" y="357187"/>
                      </a:moveTo>
                      <a:lnTo>
                        <a:pt x="0" y="357187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7187"/>
                      </a:lnTo>
                      <a:close/>
                      <a:moveTo>
                        <a:pt x="4758" y="350520"/>
                      </a:moveTo>
                      <a:lnTo>
                        <a:pt x="0" y="350520"/>
                      </a:lnTo>
                      <a:lnTo>
                        <a:pt x="0" y="345758"/>
                      </a:lnTo>
                      <a:lnTo>
                        <a:pt x="4758" y="345758"/>
                      </a:lnTo>
                      <a:lnTo>
                        <a:pt x="4758" y="350520"/>
                      </a:lnTo>
                      <a:close/>
                      <a:moveTo>
                        <a:pt x="4758" y="335280"/>
                      </a:moveTo>
                      <a:lnTo>
                        <a:pt x="0" y="335280"/>
                      </a:lnTo>
                      <a:lnTo>
                        <a:pt x="0" y="330518"/>
                      </a:lnTo>
                      <a:lnTo>
                        <a:pt x="4758" y="330518"/>
                      </a:lnTo>
                      <a:lnTo>
                        <a:pt x="4758" y="33528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19087"/>
                      </a:lnTo>
                      <a:lnTo>
                        <a:pt x="4758" y="319087"/>
                      </a:lnTo>
                      <a:lnTo>
                        <a:pt x="4758" y="32385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01943"/>
                      </a:moveTo>
                      <a:lnTo>
                        <a:pt x="0" y="301943"/>
                      </a:lnTo>
                      <a:lnTo>
                        <a:pt x="0" y="297180"/>
                      </a:lnTo>
                      <a:lnTo>
                        <a:pt x="4758" y="297180"/>
                      </a:lnTo>
                      <a:lnTo>
                        <a:pt x="4758" y="301943"/>
                      </a:lnTo>
                      <a:close/>
                      <a:moveTo>
                        <a:pt x="4758" y="290512"/>
                      </a:moveTo>
                      <a:lnTo>
                        <a:pt x="0" y="290512"/>
                      </a:lnTo>
                      <a:lnTo>
                        <a:pt x="0" y="285750"/>
                      </a:lnTo>
                      <a:lnTo>
                        <a:pt x="4758" y="285750"/>
                      </a:lnTo>
                      <a:lnTo>
                        <a:pt x="4758" y="290512"/>
                      </a:lnTo>
                      <a:close/>
                      <a:moveTo>
                        <a:pt x="4758" y="283845"/>
                      </a:moveTo>
                      <a:lnTo>
                        <a:pt x="0" y="283845"/>
                      </a:lnTo>
                      <a:lnTo>
                        <a:pt x="0" y="279083"/>
                      </a:lnTo>
                      <a:lnTo>
                        <a:pt x="4758" y="279083"/>
                      </a:lnTo>
                      <a:lnTo>
                        <a:pt x="4758" y="283845"/>
                      </a:lnTo>
                      <a:close/>
                      <a:moveTo>
                        <a:pt x="4758" y="268605"/>
                      </a:moveTo>
                      <a:lnTo>
                        <a:pt x="0" y="268605"/>
                      </a:lnTo>
                      <a:lnTo>
                        <a:pt x="0" y="263843"/>
                      </a:lnTo>
                      <a:lnTo>
                        <a:pt x="4758" y="263843"/>
                      </a:lnTo>
                      <a:lnTo>
                        <a:pt x="4758" y="268605"/>
                      </a:lnTo>
                      <a:close/>
                      <a:moveTo>
                        <a:pt x="4758" y="258128"/>
                      </a:moveTo>
                      <a:lnTo>
                        <a:pt x="0" y="258128"/>
                      </a:lnTo>
                      <a:lnTo>
                        <a:pt x="0" y="253365"/>
                      </a:lnTo>
                      <a:lnTo>
                        <a:pt x="4758" y="253365"/>
                      </a:lnTo>
                      <a:lnTo>
                        <a:pt x="4758" y="258128"/>
                      </a:lnTo>
                      <a:close/>
                      <a:moveTo>
                        <a:pt x="4758" y="251460"/>
                      </a:moveTo>
                      <a:lnTo>
                        <a:pt x="0" y="251460"/>
                      </a:lnTo>
                      <a:lnTo>
                        <a:pt x="0" y="246697"/>
                      </a:lnTo>
                      <a:lnTo>
                        <a:pt x="4758" y="246697"/>
                      </a:lnTo>
                      <a:lnTo>
                        <a:pt x="4758" y="251460"/>
                      </a:lnTo>
                      <a:close/>
                      <a:moveTo>
                        <a:pt x="4758" y="236220"/>
                      </a:moveTo>
                      <a:lnTo>
                        <a:pt x="0" y="236220"/>
                      </a:lnTo>
                      <a:lnTo>
                        <a:pt x="0" y="231458"/>
                      </a:lnTo>
                      <a:lnTo>
                        <a:pt x="4758" y="231458"/>
                      </a:lnTo>
                      <a:lnTo>
                        <a:pt x="4758" y="236220"/>
                      </a:lnTo>
                      <a:close/>
                      <a:moveTo>
                        <a:pt x="4758" y="224790"/>
                      </a:moveTo>
                      <a:lnTo>
                        <a:pt x="0" y="224790"/>
                      </a:lnTo>
                      <a:lnTo>
                        <a:pt x="0" y="220028"/>
                      </a:lnTo>
                      <a:lnTo>
                        <a:pt x="4758" y="220028"/>
                      </a:lnTo>
                      <a:lnTo>
                        <a:pt x="4758" y="224790"/>
                      </a:lnTo>
                      <a:close/>
                      <a:moveTo>
                        <a:pt x="4758" y="218122"/>
                      </a:moveTo>
                      <a:lnTo>
                        <a:pt x="0" y="218122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8122"/>
                      </a:lnTo>
                      <a:close/>
                      <a:moveTo>
                        <a:pt x="4758" y="202883"/>
                      </a:moveTo>
                      <a:lnTo>
                        <a:pt x="0" y="202883"/>
                      </a:lnTo>
                      <a:lnTo>
                        <a:pt x="0" y="198120"/>
                      </a:lnTo>
                      <a:lnTo>
                        <a:pt x="4758" y="198120"/>
                      </a:lnTo>
                      <a:lnTo>
                        <a:pt x="4758" y="202883"/>
                      </a:lnTo>
                      <a:close/>
                      <a:moveTo>
                        <a:pt x="4758" y="191453"/>
                      </a:moveTo>
                      <a:lnTo>
                        <a:pt x="0" y="191453"/>
                      </a:lnTo>
                      <a:lnTo>
                        <a:pt x="0" y="186690"/>
                      </a:lnTo>
                      <a:lnTo>
                        <a:pt x="4758" y="186690"/>
                      </a:lnTo>
                      <a:lnTo>
                        <a:pt x="4758" y="19145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022"/>
                      </a:lnTo>
                      <a:lnTo>
                        <a:pt x="4758" y="180022"/>
                      </a:lnTo>
                      <a:lnTo>
                        <a:pt x="4758" y="184785"/>
                      </a:lnTo>
                      <a:close/>
                      <a:moveTo>
                        <a:pt x="4758" y="169545"/>
                      </a:moveTo>
                      <a:lnTo>
                        <a:pt x="0" y="169545"/>
                      </a:lnTo>
                      <a:lnTo>
                        <a:pt x="0" y="164783"/>
                      </a:lnTo>
                      <a:lnTo>
                        <a:pt x="4758" y="164783"/>
                      </a:lnTo>
                      <a:lnTo>
                        <a:pt x="4758" y="169545"/>
                      </a:lnTo>
                      <a:close/>
                      <a:moveTo>
                        <a:pt x="4758" y="159068"/>
                      </a:moveTo>
                      <a:lnTo>
                        <a:pt x="0" y="159068"/>
                      </a:lnTo>
                      <a:lnTo>
                        <a:pt x="0" y="154305"/>
                      </a:lnTo>
                      <a:lnTo>
                        <a:pt x="4758" y="154305"/>
                      </a:lnTo>
                      <a:lnTo>
                        <a:pt x="4758" y="159068"/>
                      </a:lnTo>
                      <a:close/>
                      <a:moveTo>
                        <a:pt x="4758" y="152400"/>
                      </a:moveTo>
                      <a:lnTo>
                        <a:pt x="0" y="152400"/>
                      </a:lnTo>
                      <a:lnTo>
                        <a:pt x="0" y="147637"/>
                      </a:lnTo>
                      <a:lnTo>
                        <a:pt x="4758" y="147637"/>
                      </a:lnTo>
                      <a:lnTo>
                        <a:pt x="4758" y="152400"/>
                      </a:lnTo>
                      <a:close/>
                      <a:moveTo>
                        <a:pt x="4758" y="137160"/>
                      </a:moveTo>
                      <a:lnTo>
                        <a:pt x="0" y="137160"/>
                      </a:lnTo>
                      <a:lnTo>
                        <a:pt x="0" y="132397"/>
                      </a:lnTo>
                      <a:lnTo>
                        <a:pt x="4758" y="132397"/>
                      </a:lnTo>
                      <a:lnTo>
                        <a:pt x="4758" y="137160"/>
                      </a:lnTo>
                      <a:close/>
                      <a:moveTo>
                        <a:pt x="4758" y="125730"/>
                      </a:moveTo>
                      <a:lnTo>
                        <a:pt x="0" y="125730"/>
                      </a:lnTo>
                      <a:lnTo>
                        <a:pt x="0" y="120968"/>
                      </a:lnTo>
                      <a:lnTo>
                        <a:pt x="4758" y="120968"/>
                      </a:lnTo>
                      <a:lnTo>
                        <a:pt x="4758" y="125730"/>
                      </a:lnTo>
                      <a:close/>
                      <a:moveTo>
                        <a:pt x="4758" y="119062"/>
                      </a:moveTo>
                      <a:lnTo>
                        <a:pt x="0" y="119062"/>
                      </a:lnTo>
                      <a:lnTo>
                        <a:pt x="0" y="114300"/>
                      </a:lnTo>
                      <a:lnTo>
                        <a:pt x="4758" y="114300"/>
                      </a:lnTo>
                      <a:lnTo>
                        <a:pt x="4758" y="119062"/>
                      </a:lnTo>
                      <a:close/>
                      <a:moveTo>
                        <a:pt x="4758" y="103822"/>
                      </a:moveTo>
                      <a:lnTo>
                        <a:pt x="0" y="103822"/>
                      </a:lnTo>
                      <a:lnTo>
                        <a:pt x="0" y="99060"/>
                      </a:lnTo>
                      <a:lnTo>
                        <a:pt x="4758" y="99060"/>
                      </a:lnTo>
                      <a:lnTo>
                        <a:pt x="4758" y="103822"/>
                      </a:lnTo>
                      <a:close/>
                      <a:moveTo>
                        <a:pt x="4758" y="92393"/>
                      </a:moveTo>
                      <a:lnTo>
                        <a:pt x="0" y="92393"/>
                      </a:lnTo>
                      <a:lnTo>
                        <a:pt x="0" y="88582"/>
                      </a:lnTo>
                      <a:lnTo>
                        <a:pt x="4758" y="88582"/>
                      </a:lnTo>
                      <a:lnTo>
                        <a:pt x="4758" y="92393"/>
                      </a:lnTo>
                      <a:close/>
                      <a:moveTo>
                        <a:pt x="4758" y="86677"/>
                      </a:moveTo>
                      <a:lnTo>
                        <a:pt x="0" y="86677"/>
                      </a:lnTo>
                      <a:lnTo>
                        <a:pt x="0" y="81915"/>
                      </a:lnTo>
                      <a:lnTo>
                        <a:pt x="4758" y="81915"/>
                      </a:lnTo>
                      <a:lnTo>
                        <a:pt x="4758" y="86677"/>
                      </a:lnTo>
                      <a:close/>
                      <a:moveTo>
                        <a:pt x="4758" y="70485"/>
                      </a:moveTo>
                      <a:lnTo>
                        <a:pt x="0" y="70485"/>
                      </a:lnTo>
                      <a:lnTo>
                        <a:pt x="0" y="65722"/>
                      </a:lnTo>
                      <a:lnTo>
                        <a:pt x="4758" y="65722"/>
                      </a:lnTo>
                      <a:lnTo>
                        <a:pt x="4758" y="70485"/>
                      </a:lnTo>
                      <a:close/>
                      <a:moveTo>
                        <a:pt x="4758" y="60007"/>
                      </a:moveTo>
                      <a:lnTo>
                        <a:pt x="0" y="60007"/>
                      </a:lnTo>
                      <a:lnTo>
                        <a:pt x="0" y="55245"/>
                      </a:lnTo>
                      <a:lnTo>
                        <a:pt x="4758" y="55245"/>
                      </a:lnTo>
                      <a:lnTo>
                        <a:pt x="4758" y="60007"/>
                      </a:lnTo>
                      <a:close/>
                      <a:moveTo>
                        <a:pt x="4758" y="53340"/>
                      </a:moveTo>
                      <a:lnTo>
                        <a:pt x="0" y="53340"/>
                      </a:lnTo>
                      <a:lnTo>
                        <a:pt x="0" y="48577"/>
                      </a:lnTo>
                      <a:lnTo>
                        <a:pt x="4758" y="48577"/>
                      </a:lnTo>
                      <a:lnTo>
                        <a:pt x="4758" y="53340"/>
                      </a:lnTo>
                      <a:close/>
                      <a:moveTo>
                        <a:pt x="4758" y="38100"/>
                      </a:moveTo>
                      <a:lnTo>
                        <a:pt x="0" y="38100"/>
                      </a:lnTo>
                      <a:lnTo>
                        <a:pt x="0" y="33338"/>
                      </a:lnTo>
                      <a:lnTo>
                        <a:pt x="4758" y="33338"/>
                      </a:lnTo>
                      <a:lnTo>
                        <a:pt x="4758" y="38100"/>
                      </a:lnTo>
                      <a:close/>
                      <a:moveTo>
                        <a:pt x="4758" y="26670"/>
                      </a:moveTo>
                      <a:lnTo>
                        <a:pt x="0" y="26670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6670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34"/>
                <p:cNvSpPr/>
                <p:nvPr/>
              </p:nvSpPr>
              <p:spPr>
                <a:xfrm>
                  <a:off x="8173459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45" name="Google Shape;945;p34"/>
          <p:cNvSpPr txBox="1"/>
          <p:nvPr>
            <p:ph idx="4294967295" type="subTitle"/>
          </p:nvPr>
        </p:nvSpPr>
        <p:spPr>
          <a:xfrm>
            <a:off x="2430000" y="1707475"/>
            <a:ext cx="42840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Any </a:t>
            </a:r>
            <a:r>
              <a:rPr b="1" lang="en"/>
              <a:t>questions?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4"/>
          <p:cNvSpPr txBox="1"/>
          <p:nvPr>
            <p:ph idx="4294967295" type="ctrTitle"/>
          </p:nvPr>
        </p:nvSpPr>
        <p:spPr>
          <a:xfrm>
            <a:off x="2430000" y="66982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947" name="Google Shape;94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ctrotherapy Breakthrough by Slidesgo">
  <a:themeElements>
    <a:clrScheme name="Simple Light">
      <a:dk1>
        <a:srgbClr val="000000"/>
      </a:dk1>
      <a:lt1>
        <a:srgbClr val="EFEFE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